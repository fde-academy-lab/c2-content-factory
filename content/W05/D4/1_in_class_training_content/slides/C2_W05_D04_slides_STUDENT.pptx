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Case 1 reveals the validation number (84.1,</a:t>
            </a:r>
          </a:p>
          <a:p>
            <a:r>
              <a:t>below the 88.7 baseline); do not say it now. The row's story said 100 and 61; our run on public data</a:t>
            </a:r>
          </a:p>
          <a:p>
            <a:r>
              <a:t>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1, 2 or 3.</a:t>
            </a:r>
          </a:p>
          <a:p>
            <a:r>
              <a:t>Count them aloud. Most rooms vote for the memoriser, who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memoriser: 100 on practice, 61 on the exam. The learner: 84 and 81. The skimmer: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(The memoriser.)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The memoriser's practice</a:t>
            </a:r>
          </a:p>
          <a:p>
            <a:r>
              <a:t>line stays at 100 while the exam line crawls: a gap that more papers barely close. The skimmer's two lines</a:t>
            </a:r>
          </a:p>
          <a:p>
            <a:r>
              <a:t>meet low; the learner's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the memoriser.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 Airbnb, under two minutes: a learned vector per listing sent training quality toward</a:t>
            </a:r>
          </a:p>
          <a:p>
            <a:r>
              <a:t>perfect while test quality stayed flat, because a listing can be booked at most 365 times a year, so</a:t>
            </a:r>
          </a:p>
          <a:p>
            <a:r>
              <a:t>each vector had a few hundred labels to learn from. Kalpa's twin: a store-ID column for stores with few</a:t>
            </a:r>
          </a:p>
          <a:p>
            <a:r>
              <a:t>rows. Source: Haldar and others, arXiv 1810.09591,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 Google Flu Trends, under two minutes: 50 million</a:t>
            </a:r>
          </a:p>
          <a:p>
            <a:r>
              <a:t>candidate terms ranked against 1,152 weekly flu counts let high school basketball terms in, because</a:t>
            </a:r>
          </a:p>
          <a:p>
            <a:r>
              <a:t>basketball season is flu season; a selection run inside folds cut by season would have caught it.</a:t>
            </a:r>
          </a:p>
          <a:p>
            <a:r>
              <a:t>Source: Lazer and others, Science 2014, Harvard open-access copy, verified 28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9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graduation-cap_be0892264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6" name="mermaid diagram" descr="1b25bb4dc35900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6" name="mermaid diagram" descr="C2_W05_D04_fig_timeline_open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6" name="mermaid diagram" descr="bc8f391c6931a8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One student memorises, one learns the method, one skims. Invented.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memoriser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answer by heart. Past papers: perfect.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ightbulb_bd57308be5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Works out each method. Past papers: good.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eye_6af225eae8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skimmer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Reads quickly. Past papers: weak.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memoriser's 39-point drop is the whole lesson.</a:t>
            </a:r>
          </a:p>
        </p:txBody>
      </p:sp>
      <p:pic>
        <p:nvPicPr>
          <p:cNvPr id="6" name="mermaid diagram" descr="C2_W05_D04_fig_stude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6" name="mermaid diagram" descr="fb5bdbf9b4b84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462" y="1682496"/>
            <a:ext cx="10390769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6" name="mermaid diagram" descr="C2_W05_D04_fig_tiny_tre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6" name="mermaid diagram" descr="C2_W05_D04_fig_student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6" name="mermaid diagram" descr="C2_W05_D04_fig_brak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6" name="mermaid diagram" descr="C2_W05_D04_fig_brake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6" name="mermaid diagram" descr="d606bf5eff06fa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6" name="mermaid diagram" descr="C2_W05_D04_fig_folds_gri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6" name="mermaid diagram" descr="ecf9b5f263bc9e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6" name="mermaid diagram" descr="181d1b9c725359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6" name="mermaid diagram" descr="2527b4f526cea0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6" name="mermaid diagram" descr="5260c98b08d60d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6" name="mermaid diagram" descr="ca3823e29eded7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6" name="mermaid diagram" descr="C2_W05_D04_fig_kmea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6" name="mermaid diagram" descr="209ce4b9187e5f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6" name="mermaid diagram" descr="C2_W05_D04_fig_paired_invente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6" name="mermaid diagram" descr="C2_W05_D04_fig_caruana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6" name="mermaid diagram" descr="C2_W05_D04_fig_unlimited_sco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6" name="mermaid diagram" descr="C2_W05_D04_fig_depth_u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6" name="mermaid diagram" descr="C2_W05_D04_fig_learning_curves_ban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115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Airbnb saw the same with a vector per listing: at most 365 bookings a year each, so they memorised (arXiv 1810.09591).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6" name="mermaid diagram" descr="C2_W05_D04_fig_mystery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6" name="mermaid diagram" descr="C2_W05_D04_fig_seed_swing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Google Flu Trends chose from 50 million search terms to fit 1,152 points and kept basketball terms (Science, 2014).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6" name="mermaid diagram" descr="C2_W05_D04_fig_c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6" name="mermaid diagram" descr="C2_W05_D04_fig_l1_colum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6" name="mermaid diagram" descr="C2_W05_D04_fig_race_fol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6" name="mermaid diagram" descr="C2_W05_D04_fig_paired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6" name="mermaid diagram" descr="C2_W05_D04_fig_bil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6" name="mermaid diagram" descr="C2_W05_D04_fig_budget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6" name="mermaid diagram" descr="C2_W05_D04_fig_timeline_thur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notebook-pen_5620508e40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file-text_ab5ea58b22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1" name="Oval 3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3" name="Oval 3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5" name="Oval 3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7" name="Oval 3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