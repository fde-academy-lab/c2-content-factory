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Right panel is new today: validation</a:t>
            </a:r>
          </a:p>
          <a:p>
            <a:r>
              <a:t>error against tree depth falls, bottoms out, then climbs above the dashed call-nobody line. Ask the</a:t>
            </a:r>
          </a:p>
          <a:p>
            <a:r>
              <a:t>room to say aloud which side of the U a model with no depth limit sits on. Do not explain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set. Ask: which number do you put on Marketing's</a:t>
            </a:r>
          </a:p>
          <a:p>
            <a:r>
              <a:t>slide? Take two answers, park them. By the end of the day you will say why 84.1 is the honest one,</a:t>
            </a:r>
          </a:p>
          <a:p>
            <a:r>
              <a:t>why it loses to doing nothing, and which model Anand's single campaign should run instead.</a:t>
            </a:r>
          </a:p>
          <a:p>
            <a:r>
              <a:t>The row's story said 100 and 61; our run on public data 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name. The explorable (depth and brake sliders)</a:t>
            </a:r>
          </a:p>
          <a:p>
            <a:r>
              <a:t>opens in chapters 1 to 3. Transition: how the five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 Asha, 2 Bilal, 3 Chitra.</a:t>
            </a:r>
          </a:p>
          <a:p>
            <a:r>
              <a:t>Count them aloud. Most rooms vote Asha because she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Asha: 100 on practice, 61 on the exam. Bilal: 84 and 81. Chitra: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(Asha.)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Asha's practice line</a:t>
            </a:r>
          </a:p>
          <a:p>
            <a:r>
              <a:t>stays at 100 while her exam line crawls: a gap that more papers barely close. Chitra's two lines</a:t>
            </a:r>
          </a:p>
          <a:p>
            <a:r>
              <a:t>meet low. Bilal's meet high. Explorable click: open the depth and brake explorer, default degree 12,</a:t>
            </a:r>
          </a:p>
          <a:p>
            <a:r>
              <a:t>read the two errors, and let the room name it: memorising.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click: back at degree 12, drag</a:t>
            </a:r>
          </a:p>
          <a:p>
            <a:r>
              <a:t>the brake up and watch validation settle near the degree-3 value. Choose alpha on held-out rows,</a:t>
            </a:r>
          </a:p>
          <a:p>
            <a:r>
              <a:t>never on the teaching rows, because the teaching 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 The geometry of why L1 lands on zero belongs to the tentative</a:t>
            </a:r>
          </a:p>
          <a:p>
            <a:r>
              <a:t>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click: press reshuffle five times and watch the validation number jump</a:t>
            </a:r>
          </a:p>
          <a:p>
            <a:r>
              <a:t>while the mean of five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four</a:t>
            </a:r>
          </a:p>
          <a:p>
            <a:r>
              <a:t>curve pairs on the explorable's strip,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ch04: five forest trees vote on a newcomer with 7 visits and a Rs 1,000</a:t>
            </a:r>
          </a:p>
          <a:p>
            <a:r>
              <a:t>basket, four say joins. The booster's mistakes on the twelve shoppers fall from 1 to 0 after round</a:t>
            </a:r>
          </a:p>
          <a:p>
            <a:r>
              <a:t>two. Say what each does to the tree's weakness: the forest averages away wobble (variance); the</a:t>
            </a:r>
          </a:p>
          <a:p>
            <a:r>
              <a:t>booster chips away at what is still wrong (bias). Neither is free to explain: 100 small trees mean</a:t>
            </a:r>
          </a:p>
          <a:p>
            <a:r>
              <a:t>200 to 280 leaves to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Asha.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(unlimited tree), B bias (stump), C about right (braked logistic).</a:t>
            </a:r>
          </a:p>
          <a:p>
            <a:r>
              <a:t>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 The tentative IITGN</a:t>
            </a:r>
          </a:p>
          <a:p>
            <a:r>
              <a:t>faculty session follows with the bias-variance decomposition and the geometry of the two penalties.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graduation-cap_be08922649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andmark_fde6256552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tore_71a4685294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9" name="mermaid diagram" descr="1b25bb4dc35900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Today: the U.</a:t>
            </a:r>
          </a:p>
        </p:txBody>
      </p:sp>
      <p:pic>
        <p:nvPicPr>
          <p:cNvPr id="9" name="mermaid diagram" descr="fig_timeline_thursd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99.6 on practice, below doing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84.1%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9" name="mermaid diagram" descr="0bce417becfe24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97023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Asha memorises, Bilal learns the method, Chitra skims. Invented.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ASHA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Memorises every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perfect.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ghtbulb_bd57308be5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BILAL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Works out each 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good.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_6af225eae8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CHITRA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Skims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papers: weak.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9" name="Oval 2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1" name="Oval 3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3" name="Oval 3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7" name="Oval 3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9" name="Oval 3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Asha's 39-point drop is the whole lesson.</a:t>
            </a:r>
          </a:p>
        </p:txBody>
      </p:sp>
      <p:pic>
        <p:nvPicPr>
          <p:cNvPr id="9" name="mermaid diagram" descr="fig_stud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9" name="mermaid diagram" descr="f625822b6fc2d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430" y="1682496"/>
            <a:ext cx="9746834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9" name="mermaid diagram" descr="fig_tiny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9" name="mermaid diagram" descr="fig_student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9" name="mermaid diagram" descr="fig_brak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9" name="mermaid diagram" descr="fig_brake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8" name="Oval 1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0" name="Oval 1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2" name="Oval 2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4" name="Oval 2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6" name="Oval 2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3" name="Oval 2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5" name="Oval 2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7" name="Oval 2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9" name="Oval 2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1" name="Oval 3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3" name="Oval 3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9" name="mermaid diagram" descr="d606bf5eff06fa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9" name="mermaid diagram" descr="fig_fold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9" name="mermaid diagram" descr="ecf9b5f263bc9e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9" name="mermaid diagram" descr="181d1b9c725359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9" name="mermaid diagram" descr="a908f4fdeaf4a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5979" y="1682496"/>
            <a:ext cx="3319736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votes; a booster corrects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averaged, or small trees in a chain.</a:t>
            </a:r>
          </a:p>
        </p:txBody>
      </p:sp>
      <p:pic>
        <p:nvPicPr>
          <p:cNvPr id="9" name="mermaid diagram" descr="443db72fa9c80f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6646" y="1682496"/>
            <a:ext cx="5858401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9" name="mermaid diagram" descr="fig_km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Oval 11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9" name="mermaid diagram" descr="209ce4b9187e5f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9" name="mermaid diagram" descr="fig_paired_inven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9" name="mermaid diagram" descr="fig_carua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9" name="mermaid diagram" descr="fig_unlimited_sc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6" name="Oval 2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0" name="Oval 2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32" name="Oval 3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4" name="Oval 3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9" name="mermaid diagram" descr="fig_depth_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9" name="mermaid diagram" descr="fig_learning_curves_b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9" name="mermaid diagram" descr="fig_mystery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9" name="mermaid diagram" descr="fig_seed_sw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0" name="Oval 1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2" name="Oval 2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6" name="Oval 2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8" name="Oval 2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30" name="Oval 2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9" name="mermaid diagram" descr="fig_c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9" name="mermaid diagram" descr="fig_l1_colum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Thursday: generalise or memorise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9" name="mermaid diagram" descr="fig_race_fol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9" name="mermaid diagram" descr="fig_paired_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9" name="mermaid diagram" descr="fig_bil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9" name="mermaid diagram" descr="fig_budget_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9" name="Oval 18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1" name="Oval 20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3" name="Oval 22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check_5bfb0e0fcd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notebook-pen_5620508e40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file-text_ab5ea58b22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30" name="Oval 2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2" name="Oval 3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4" name="Oval 3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6" name="Oval 3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8" name="Oval 3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40" name="Oval 3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