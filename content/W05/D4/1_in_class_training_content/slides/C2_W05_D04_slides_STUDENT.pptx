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Right panel is new today: validation</a:t>
            </a:r>
          </a:p>
          <a:p>
            <a:r>
              <a:t>error against tree depth falls, bottoms out, then climbs above the dashed call-nobody line. Ask the</a:t>
            </a:r>
          </a:p>
          <a:p>
            <a:r>
              <a:t>room to say aloud which side of the U a model with no depth limit sits on. Do not explain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set. Ask: which number do you put on Marketing's</a:t>
            </a:r>
          </a:p>
          <a:p>
            <a:r>
              <a:t>slide? Take two answers, park them. By the end of the day you will say why 84.1 is the honest one,</a:t>
            </a:r>
          </a:p>
          <a:p>
            <a:r>
              <a:t>why it loses to doing nothing, and which model Anand's single campaign should run instead.</a:t>
            </a:r>
          </a:p>
          <a:p>
            <a:r>
              <a:t>The row's story said 100 and 61; our run on public data 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 Asha, 2 Bilal, 3 Chitra.</a:t>
            </a:r>
          </a:p>
          <a:p>
            <a:r>
              <a:t>Count them aloud. Most rooms vote Asha because she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Asha: 100 on practice, 61 on the exam. Bilal: 84 and 81. Chitra: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(Asha.)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Asha's practice line</a:t>
            </a:r>
          </a:p>
          <a:p>
            <a:r>
              <a:t>stays at 100 while her exam line crawls: a gap that more papers barely close. Chitra's two lines</a:t>
            </a:r>
          </a:p>
          <a:p>
            <a:r>
              <a:t>meet low. Bilal's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Asha.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(unlimited tree), B bias (stump), C about right (braked logistic).</a:t>
            </a:r>
          </a:p>
          <a:p>
            <a:r>
              <a:t>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raduation-cap_be08922649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9" name="mermaid diagram" descr="1b25bb4dc35900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Today: the U.</a:t>
            </a:r>
          </a:p>
        </p:txBody>
      </p:sp>
      <p:pic>
        <p:nvPicPr>
          <p:cNvPr id="9" name="mermaid diagram" descr="C2_W05_D04_fig_timeline_thur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99.6 on practice, below doing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84.1%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9" name="mermaid diagram" descr="4ef1dfed10feac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Asha memorises, Bilal learns the method, Chitra skims.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ASHA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Memorises every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perfect.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ghtbulb_bd57308be5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BILAL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Works out each 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good.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_6af225eae8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CHITRA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Skims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weak.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Asha's 39-point drop is the whole lesson.</a:t>
            </a:r>
          </a:p>
        </p:txBody>
      </p:sp>
      <p:pic>
        <p:nvPicPr>
          <p:cNvPr id="9" name="mermaid diagram" descr="C2_W05_D04_fig_stude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9" name="mermaid diagram" descr="f625822b6fc2d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430" y="1682496"/>
            <a:ext cx="9746834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9" name="mermaid diagram" descr="C2_W05_D04_fig_tiny_tre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9" name="mermaid diagram" descr="C2_W05_D04_fig_student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9" name="mermaid diagram" descr="C2_W05_D04_fig_brake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9" name="mermaid diagram" descr="C2_W05_D04_fig_brake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8" name="Oval 1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0" name="Oval 1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4" name="Oval 2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6" name="Oval 2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9" name="mermaid diagram" descr="d606bf5eff06fa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9" name="mermaid diagram" descr="C2_W05_D04_fig_folds_gri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9" name="mermaid diagram" descr="ecf9b5f263bc9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9" name="mermaid diagram" descr="181d1b9c725359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9" name="mermaid diagram" descr="2527b4f526cea0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9" name="mermaid diagram" descr="5260c98b08d60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9" name="mermaid diagram" descr="ca3823e29eded7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9" name="mermaid diagram" descr="C2_W05_D04_fig_kmea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9" name="mermaid diagram" descr="209ce4b9187e5f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9" name="mermaid diagram" descr="C2_W05_D04_fig_paired_invente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9" name="mermaid diagram" descr="C2_W05_D04_fig_caruana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9" name="mermaid diagram" descr="C2_W05_D04_fig_unlimited_scor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9" name="mermaid diagram" descr="C2_W05_D04_fig_depth_u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9" name="mermaid diagram" descr="C2_W05_D04_fig_learning_curves_bank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9" name="mermaid diagram" descr="C2_W05_D04_fig_mystery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9" name="mermaid diagram" descr="C2_W05_D04_fig_seed_swing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0" name="Oval 1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2" name="Oval 2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6" name="Oval 2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8" name="Oval 2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30" name="Oval 2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9" name="mermaid diagram" descr="C2_W05_D04_fig_c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9" name="mermaid diagram" descr="C2_W05_D04_fig_l1_colum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9" name="mermaid diagram" descr="C2_W05_D04_fig_race_fold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9" name="mermaid diagram" descr="C2_W05_D04_fig_paired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9" name="mermaid diagram" descr="C2_W05_D04_fig_bill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9" name="mermaid diagram" descr="C2_W05_D04_fig_budget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notebook-pen_5620508e40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file-text_ab5ea58b22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4" name="Oval 3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6" name="Oval 3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8" name="Oval 3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0" name="Oval 3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