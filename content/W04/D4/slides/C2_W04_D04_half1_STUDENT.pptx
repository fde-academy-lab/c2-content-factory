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0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1,133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918208"/>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5191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report retention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indexed to one cohort's first quarter</a:t>
            </a:r>
          </a:p>
        </p:txBody>
      </p:sp>
      <p:sp>
        <p:nvSpPr>
          <p:cNvPr id="20" name="TextBox 19"/>
          <p:cNvSpPr txBox="1"/>
          <p:nvPr/>
        </p:nvSpPr>
        <p:spPr>
          <a:xfrm>
            <a:off x="6388455" y="3303524"/>
            <a:ext cx="5071719" cy="1126236"/>
          </a:xfrm>
          <a:prstGeom prst="rect">
            <a:avLst/>
          </a:prstGeom>
          <a:noFill/>
        </p:spPr>
        <p:txBody>
          <a:bodyPr wrap="square" anchor="t" lIns="0" rIns="0" tIns="0" bIns="0">
            <a:spAutoFit/>
          </a:bodyPr>
          <a:lstStyle/>
          <a:p>
            <a:pPr algn="l"/>
            <a:r>
              <a:rPr sz="1100" b="0" i="0">
                <a:solidFill>
                  <a:srgbClr val="6B6690"/>
                </a:solidFill>
                <a:latin typeface="Calibri"/>
              </a:rPr>
              <a:t>Every cohort's spend is shown against what the Q4 FY24 cohort (January to March 2024) spent in the quarter it joined, and that cohort spends 4.14 times as much in its sixth quarter.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8641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1730f3559232a6a.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if none came back; counted in orders placed, 1,133 to 1,266 a week, a quarter of Android members' 5,064. At Rs 300 to Rs 500 an order (an assumption), Rs 3.4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