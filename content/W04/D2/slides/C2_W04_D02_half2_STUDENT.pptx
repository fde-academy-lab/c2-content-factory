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the</a:t>
            </a:r>
          </a:p>
          <a:p>
            <a:r>
              <a:t>studio run sheet's two-turn fallback.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counts come from the page itself: nine lines and 13 numbers on the draft, four</a:t>
            </a:r>
          </a:p>
          <a:p>
            <a:r>
              <a:t>sentences and 6 numbers on the page, four method words against none. Notebook 07 counts them in</a:t>
            </a:r>
          </a:p>
          <a:p>
            <a:r>
              <a:t>three lines and checks your own page the same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(explorer scene T3, 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asks five things: the claim first, one</a:t>
            </a:r>
          </a:p>
          <a:p>
            <a:r>
              <a:t>number with its denominator, the caveat in sight, the action with its cost and signer, no method</a:t>
            </a:r>
          </a:p>
          <a:p>
            <a:r>
              <a:t>words. Nothing is 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transcripts 2 and 3 and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(each driver</a:t>
            </a:r>
          </a:p>
          <a:p>
            <a:r>
              <a:t>online four more hours a week at 17 percent less per hour; the 140 joiners pulled the read down), is</a:t>
            </a:r>
          </a:p>
          <a:p>
            <a:r>
              <a:t>in extras/C2_W04_D02_interview_room_STUDENT.md.</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 Then say the handoff line, as the day sheet has it: "You can</a:t>
            </a:r>
          </a:p>
          <a:p>
            <a:r>
              <a:t>now put a number in front of the people who lose under it and size one from nothing. Tomorrow's</a:t>
            </a:r>
          </a:p>
          <a:p>
            <a:r>
              <a:t>ticket is a counting problem: a strip that suggests what goes with what, and a click-through that</a:t>
            </a:r>
          </a:p>
          <a:p>
            <a:r>
              <a:t>fell when the strip began trusting counts. Read the three words 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112501"/>
            <a:ext cx="4786326" cy="3132868"/>
          </a:xfrm>
          <a:prstGeom prst="rect">
            <a:avLst/>
          </a:prstGeom>
        </p:spPr>
      </p:pic>
      <p:sp>
        <p:nvSpPr>
          <p:cNvPr id="10" name="picture caption"/>
          <p:cNvSpPr txBox="1"/>
          <p:nvPr/>
        </p:nvSpPr>
        <p:spPr>
          <a:xfrm>
            <a:off x="530352" y="5281946"/>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2" name="mermaid diagram" descr="37d776c03f3287af.png"/>
          <p:cNvPicPr>
            <a:picLocks noChangeAspect="1"/>
          </p:cNvPicPr>
          <p:nvPr/>
        </p:nvPicPr>
        <p:blipFill>
          <a:blip r:embed="rId6"/>
          <a:stretch>
            <a:fillRect/>
          </a:stretch>
        </p:blipFill>
        <p:spPr>
          <a:xfrm>
            <a:off x="2393927" y="4587240"/>
            <a:ext cx="7403840"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5" name="Oval 2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and when the direct check does not exist, that is the honest fallback the afternoon uses. Chapter 6's three tests decide each: same unit, same period, same definition.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872996"/>
          <a:ext cx="11130990" cy="30723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369824">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busy on another app, so lean the idle share low</a:t>
                      </a:r>
                    </a:p>
                  </a:txBody>
                  <a:tcPr marL="101600" marR="101600" marT="38100" marB="38100" anchor="ctr">
                    <a:solidFill>
                      <a:srgbClr val="F4F2FA"/>
                    </a:solidFill>
                  </a:tcPr>
                </a:tc>
              </a:tr>
            </a:tbl>
          </a:graphicData>
        </a:graphic>
      </p:graphicFrame>
      <p:sp>
        <p:nvSpPr>
          <p:cNvPr id="10" name="Rounded Rectangle 9"/>
          <p:cNvSpPr/>
          <p:nvPr/>
        </p:nvSpPr>
        <p:spPr>
          <a:xfrm>
            <a:off x="530352" y="5201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29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0284"/>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1905721" y="1664208"/>
            <a:ext cx="8380251"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Drivers online = (trips to serve an hour / trips per online driver-hour) x buffer.</a:t>
            </a:r>
            <a:r>
              <a:rPr sz="1600" b="0" i="0">
                <a:solidFill>
                  <a:srgbClr val="1A1440"/>
                </a:solidFill>
                <a:latin typeface="Calibri"/>
              </a:rPr>
              <a:t> Each leaf is a guess said aloud with its range. Counting trips per 100 people, never riders, counts a commuter who rides both ways twice. A peak trip takes about 25 minutes from accepting to dropping,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0adedbda7aa3dede.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its denominator</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index, guardrail) stay off the page, or are said in plain words.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38782"/>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2304288">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city-wide it saves Rs 58 lakh to Rs 92.7 lakh.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86892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694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7798"/>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2304288">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one product, the city's median wait under five minutes. Drivers online is trips an hour divided by the trips one online driver completes in an hour, times a buffer: 8,330 / 1.68 x 1.15, about 5,700; trips per person moves it most, 2,900 to 8,600. Like for like, the case's 0.53 driver-hours per trip against my 0.60 says I run an eighth high, so 5,000 to 5,700,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8869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149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05832"/>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developer who saw a suggestion that week, with two </a:t>
            </a:r>
            <a:r>
              <a:rPr sz="1500" b="1" i="0">
                <a:solidFill>
                  <a:srgbClr val="1A1440"/>
                </a:solidFill>
                <a:latin typeface="Calibri"/>
              </a:rPr>
              <a:t>guardrails</a:t>
            </a:r>
            <a:r>
              <a:rPr sz="1500" b="0" i="0">
                <a:solidFill>
                  <a:srgbClr val="1A1440"/>
                </a:solidFill>
                <a:latin typeface="Calibri"/>
              </a:rPr>
              <a:t> that catch padding (retained characters per accepted character; edits per accepted suggestion).</a:t>
            </a:r>
          </a:p>
        </p:txBody>
      </p:sp>
      <p:sp>
        <p:nvSpPr>
          <p:cNvPr id="13" name="Rounded Rectangle 12"/>
          <p:cNvSpPr/>
          <p:nvPr/>
        </p:nvSpPr>
        <p:spPr>
          <a:xfrm>
            <a:off x="530352" y="37292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572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48100"/>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switches the team's judgement to surviving code once a holdout of users shows it tracks seat renewals.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890706"/>
                <a:gridCol w="1369720"/>
                <a:gridCol w="1833007"/>
                <a:gridCol w="3037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city-wide, it saves Rs 58 lakh to Rs 92.7 lakh over six weeks if a half to a fifth of the idle drivers' top-up is still paid. At the evening peak the city needs about 5,000 to 5,700 drivers online, and how often people ride could move that from 2,900 to 8,600."</a:t>
            </a:r>
          </a:p>
        </p:txBody>
      </p:sp>
      <p:sp>
        <p:nvSpPr>
          <p:cNvPr id="11" name="Rounded Rectangle 10"/>
          <p:cNvSpPr/>
          <p:nvPr/>
        </p:nvSpPr>
        <p:spPr>
          <a:xfrm>
            <a:off x="530352" y="370840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14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42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32984"/>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