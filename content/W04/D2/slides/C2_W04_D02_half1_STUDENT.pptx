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the real unknown, since a rate set high pays back</a:t>
            </a:r>
          </a:p>
          <a:p>
            <a:r>
              <a:t>what the floor stops paying and a rate set low saves more than the range, so the sentence names it,</a:t>
            </a:r>
          </a:p>
          <a:p>
            <a:r>
              <a:t>and the test fixes it first at a rate that pays the drivers who already accept what the floor paid</a:t>
            </a:r>
          </a:p>
          <a:p>
            <a:r>
              <a:t>them.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for all enrolled drivers; its</a:t>
            </a:r>
          </a:p>
          <a:p>
            <a:r>
              <a:t>assumption, a half to a fifth of the idle top-up still paid, is said aloud, since the box has no room</a:t>
            </a:r>
          </a:p>
          <a:p>
            <a:r>
              <a:t>for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 Explorer scene T2 lets learners pick the</a:t>
            </a:r>
          </a:p>
          <a:p>
            <a:r>
              <a:t>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kirana shop (a neighbourhood grocery), a secondary school and a campus canteen carry the five topics, each counted by hand before any code.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92938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a rule called the acceptance floor; the idle tail is Monday's name for the 180 drivers who completed under one trip per online hour after the launch.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739896"/>
          <a:ext cx="5291175" cy="1810512"/>
        </p:xfrm>
        <a:graphic>
          <a:graphicData uri="http://schemas.openxmlformats.org/drawingml/2006/table">
            <a:tbl>
              <a:tblPr firstRow="0" bandRow="0">
                <a:tableStyleId>{2D5ABB26-0587-4C30-8999-92F81FD0307C}</a:tableStyleId>
              </a:tblPr>
              <a:tblGrid>
                <a:gridCol w="2392043"/>
                <a:gridCol w="1270942"/>
                <a:gridCol w="1628190"/>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1582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188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188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can move it within that range or beyond it."</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682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2921508"/>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95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0380"/>
            <a:ext cx="10564063"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rise itself sits with the 880 drivers outside the idle tail, who drove about 4 percent more hours at an unchanged Rs 313.5 an hour; the idle tail doubled its hours for 12 percent fewer trips, so its weeks earned less.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624840"/>
          </a:xfrm>
          <a:prstGeom prst="rect">
            <a:avLst/>
          </a:prstGeom>
          <a:noFill/>
        </p:spPr>
        <p:txBody>
          <a:bodyPr wrap="square" anchor="ctr" lIns="0" rIns="0" tIns="0" bIns="0">
            <a:spAutoFit/>
          </a:bodyPr>
          <a:lstStyle/>
          <a:p>
            <a:r>
              <a:rPr sz="1500" b="1">
                <a:solidFill>
                  <a:srgbClr val="5B3FD6"/>
                </a:solidFill>
                <a:latin typeface="Calibri"/>
              </a:rPr>
              <a:t>Chapter 3's four moves, on one card. </a:t>
            </a:r>
            <a:r>
              <a:rPr sz="1500" b="0" i="0">
                <a:solidFill>
                  <a:srgbClr val="1A1440"/>
                </a:solidFill>
                <a:latin typeface="Calibri"/>
              </a:rPr>
              <a:t>The scorer ticks each move as it is heard and never scores the final number.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5" name="Oval 3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7" name="Oval 3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9" name="Oval 3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1" name="Oval 4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