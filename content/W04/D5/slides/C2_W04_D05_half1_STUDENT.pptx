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 screen as the room sits down. Read the title, then the table top to bottom, then</a:t>
            </a:r>
          </a:p>
          <a:p>
            <a:r>
              <a:t>the label line. Today is a tournament in three rounds: count by hand, score on hidden weeks, then</a:t>
            </a:r>
          </a:p>
          <a:p>
            <a:r>
              <a:t>place the festival and price the plan. Define one word as it appears: a forecast is a number for</a:t>
            </a:r>
          </a:p>
          <a:p>
            <a:r>
              <a:t>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names after. The real series has a</a:t>
            </a:r>
          </a:p>
          <a:p>
            <a:r>
              <a:t>growth of about 4 percent a year (trend), two seasons, the festival each year and the week holding</a:t>
            </a:r>
          </a:p>
          <a:p>
            <a:r>
              <a:t>the 1st of each month, no cycle two years can show, and a wobble of a few percent (noise). The</a:t>
            </a:r>
          </a:p>
          <a:p>
            <a:r>
              <a:t>definitions follow Forecasting: Principles and Practice, section 2.3. Explorer: scene F1, the</a:t>
            </a:r>
          </a:p>
          <a:p>
            <a:r>
              <a:t>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A baseline is a</a:t>
            </a:r>
          </a:p>
          <a:p>
            <a:r>
              <a:t>simple rule any model must beat, and the house bot is the tournament's. The 4 percent is measured,</a:t>
            </a:r>
          </a:p>
          <a:p>
            <a:r>
              <a:t>not borrowed from finance: notebook 02 sets the latest 39 training weeks against the same weeks a</a:t>
            </a:r>
          </a:p>
          <a:p>
            <a:r>
              <a:t>year earlier and gets 4.0 percent.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Veritasium's move: the reveal follows the vote of S9.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on S28, and the festival calendar card answers it on S29.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hidden weeks cover the eight-week horizon with room. Point at the</a:t>
            </a:r>
          </a:p>
          <a:p>
            <a:r>
              <a:t>August sale inside the 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MAPE divides by the actual, so a week that ships almost</a:t>
            </a:r>
          </a:p>
          <a:p>
            <a:r>
              <a:t>nothing makes it explode.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room answers before the scoreboard. Note the tie in d is</a:t>
            </a:r>
          </a:p>
          <a:p>
            <a:r>
              <a:t>announced, not hidden: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02's empty</a:t>
            </a:r>
          </a:p>
          <a:p>
            <a:r>
              <a:t>cell and reads the number aloud.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being short costs 4.6 times being long.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so it</a:t>
            </a:r>
          </a:p>
          <a:p>
            <a:r>
              <a:t>settles placement and leaves the size of the error open. The vendor has no festive forecast to</a:t>
            </a:r>
          </a:p>
          <a:p>
            <a:r>
              <a:t>score, only its fit.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100 weeks on the board first, then read the curve: the average cost of</a:t>
            </a:r>
          </a:p>
          <a:p>
            <a:r>
              <a:t>the week of 19 October with each of the thirteen hidden-week misses tried as its demand. The total</a:t>
            </a:r>
          </a:p>
          <a:p>
            <a:r>
              <a:t>is lowest between 2 and 3 percent above the forecast. The rule is named after a seller deciding</a:t>
            </a:r>
          </a:p>
          <a:p>
            <a:r>
              <a:t>how many newspapers to stock. If the late cost rises toward Rs 40, the low point moves right.</a:t>
            </a:r>
          </a:p>
          <a:p>
            <a:r>
              <a:t>Explorer: scene F4. Transition: reading the 0.82 off thirteen weeks.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10th and 11th dots. With thirteen weeks the true point could sit</a:t>
            </a:r>
          </a:p>
          <a:p>
            <a:r>
              <a:t>anywhere from about 2 to 3 percent, and the curve on S32 is nearly flat there. Notebook 03 prints</a:t>
            </a:r>
          </a:p>
          <a:p>
            <a:r>
              <a:t>the sorted list. 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stakeholder is partly right: concede the true part first. The afternoon</a:t>
            </a:r>
          </a:p>
          <a:p>
            <a:r>
              <a:t>writes the staffing note from these three cards.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19.png"/><Relationship Id="rId6" Type="http://schemas.openxmlformats.org/officeDocument/2006/relationships/image" Target="../media/image3.png"/><Relationship Id="rId7"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Its average miss on thirteen weeks it never saw: about Rs 35,800 of idle shifts if a week lands high, Rs 1.65 lakh of late shipments if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254330" y="1664208"/>
            <a:ext cx="7683035"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2165572" y="1664208"/>
            <a:ext cx="786055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repeat on a fixed beat, yearly here (season), the rise and fall with no fixed length (cycle) and what is left over (noise). A series can carry more than one season.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3541776"/>
        </p:xfrm>
        <a:graphic>
          <a:graphicData uri="http://schemas.openxmlformats.org/drawingml/2006/table">
            <a:tbl>
              <a:tblPr firstRow="0" bandRow="0">
                <a:tableStyleId>{2D5ABB26-0587-4C30-8999-92F81FD0307C}</a:tableStyleId>
              </a:tblPr>
              <a:tblGrid>
                <a:gridCol w="3493997"/>
                <a:gridCol w="3886014"/>
                <a:gridCol w="375097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 the house bot, or seasonal copy</a:t>
                      </a:r>
                    </a:p>
                  </a:txBody>
                  <a:tcPr marL="101600" marR="101600" marT="38100" marB="38100" anchor="ctr">
                    <a:solidFill>
                      <a:srgbClr val="F4F2FA"/>
                    </a:solidFill>
                  </a:tcPr>
                </a:tc>
                <a:tc>
                  <a:txBody>
                    <a:bodyPr/>
                    <a:lstStyle/>
                    <a:p>
                      <a:r>
                        <a:rPr sz="1400" b="0" i="0">
                          <a:solidFill>
                            <a:srgbClr val="1A1440"/>
                          </a:solidFill>
                          <a:latin typeface="Calibri"/>
                        </a:rPr>
                        <a:t>The same point one season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line from the first value to the last, extended</a:t>
                      </a:r>
                    </a:p>
                  </a:txBody>
                  <a:tcPr marL="101600" marR="101600" marT="38100" marB="38100" anchor="ctr">
                    <a:solidFill>
                      <a:srgbClr val="FFFFFF"/>
                    </a:solidFill>
                  </a:tcPr>
                </a:tc>
                <a:tc>
                  <a:txBody>
                    <a:bodyPr/>
                    <a:lstStyle/>
                    <a:p>
                      <a:r>
                        <a:rPr sz="1400" b="0" i="0">
                          <a:solidFill>
                            <a:srgbClr val="1A1440"/>
                          </a:solidFill>
                          <a:latin typeface="Calibri"/>
                        </a:rPr>
                        <a:t>51 plus the average step, (51 - 50) / 3: about 51.3</a:t>
                      </a:r>
                    </a:p>
                  </a:txBody>
                  <a:tcPr marL="101600" marR="101600" marT="38100" marB="38100" anchor="ctr">
                    <a:solidFill>
                      <a:srgbClr val="FFFFFF"/>
                    </a:solidFill>
                  </a:tcPr>
                </a:tc>
              </a:tr>
              <a:tr h="1337056">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From five weeks before Diwali's week to four after, the week at the same distance from last year's Diwali; otherwise the same calendar week; then plus 4 percent</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jobs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house bot's rule (there, the same weekday last week) scored 0.847 against 1.752 for naive, lower being better (M5 results workbook,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week.</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t>
            </a:r>
            <a:r>
              <a:rPr sz="1600" b="1" i="0">
                <a:solidFill>
                  <a:srgbClr val="1A1440"/>
                </a:solidFill>
                <a:latin typeface="Calibri"/>
              </a:rPr>
              <a:t>hidden weeks</a:t>
            </a:r>
            <a:r>
              <a:rPr sz="1600" b="0" i="0">
                <a:solidFill>
                  <a:srgbClr val="1A1440"/>
                </a:solidFill>
                <a:latin typeface="Calibri"/>
              </a:rPr>
              <a:t> (the hold-out, or test set) are kept from every rule: 29 June to 21 September 2026. The 91 </a:t>
            </a:r>
            <a:r>
              <a:rPr sz="1600" b="1" i="0">
                <a:solidFill>
                  <a:srgbClr val="1A1440"/>
                </a:solidFill>
                <a:latin typeface="Calibri"/>
              </a:rPr>
              <a:t>training weeks</a:t>
            </a:r>
            <a:r>
              <a:rPr sz="1600" b="0" i="0">
                <a:solidFill>
                  <a:srgbClr val="1A1440"/>
                </a:solidFill>
                <a:latin typeface="Calibri"/>
              </a:rPr>
              <a:t> before them are all a rule may see; the last, 22 June, is the </a:t>
            </a:r>
            <a:r>
              <a:rPr sz="1600" b="1" i="0">
                <a:solidFill>
                  <a:srgbClr val="1A1440"/>
                </a:solidFill>
                <a:latin typeface="Calibri"/>
              </a:rPr>
              <a:t>origin</a:t>
            </a:r>
            <a:r>
              <a:rPr sz="1600" b="0" i="0">
                <a:solidFill>
                  <a:srgbClr val="1A1440"/>
                </a:solidFill>
                <a:latin typeface="Calibri"/>
              </a:rPr>
              <a:t> every forecast is made from. The plan's reach, eight weeks, is the </a:t>
            </a:r>
            <a:r>
              <a:rPr sz="1600" b="1" i="0">
                <a:solidFill>
                  <a:srgbClr val="1A1440"/>
                </a:solidFill>
                <a:latin typeface="Calibri"/>
              </a:rPr>
              <a:t>horizon</a:t>
            </a:r>
            <a:r>
              <a:rPr sz="1600" b="0" i="0">
                <a:solidFill>
                  <a:srgbClr val="1A1440"/>
                </a:solidFill>
                <a:latin typeface="Calibri"/>
              </a:rPr>
              <a:t>, and the test should be at least as long (Forecasting: Principles and Practice,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t>
            </a:r>
            <a:r>
              <a:rPr sz="1600" b="1" i="0">
                <a:solidFill>
                  <a:srgbClr val="1A1440"/>
                </a:solidFill>
                <a:latin typeface="Calibri"/>
              </a:rPr>
              <a:t>MAPE</a:t>
            </a:r>
            <a:r>
              <a:rPr sz="1600" b="0" i="0">
                <a:solidFill>
                  <a:srgbClr val="1A1440"/>
                </a:solidFill>
                <a:latin typeface="Calibri"/>
              </a:rPr>
              <a:t>, the mean absolute percentage error, averages misses as percents of what shipped: useful across centres of different sizes, but the costs here are per shipment, and 2 percent of a peak week is twice the shipments of 2 percent of a quiet one.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02's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every machine-learning method, and the best fits to the past did not forecast best (Makridakis and colleagues, PLOS ONE, 2018, checked 12 October 2026). </a:t>
            </a:r>
            <a:r>
              <a:rPr sz="1600" b="1" i="0">
                <a:solidFill>
                  <a:srgbClr val="1A1440"/>
                </a:solidFill>
                <a:latin typeface="Calibri"/>
              </a:rPr>
              <a:t>Good enough</a:t>
            </a:r>
            <a:r>
              <a:rPr sz="1600" b="0" i="0">
                <a:solidFill>
                  <a:srgbClr val="1A1440"/>
                </a:solidFill>
                <a:latin typeface="Calibri"/>
              </a:rPr>
              <a:t> is a claim about the decision: a better forecast is worth having only if it books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CUSHION</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back-test</a:t>
            </a:r>
            <a:r>
              <a:rPr sz="1600" b="0" i="0">
                <a:solidFill>
                  <a:srgbClr val="1A1440"/>
                </a:solidFill>
                <a:latin typeface="Calibri"/>
              </a:rPr>
              <a:t> forecasts an earlier stretch as if the later weeks were unknown. Over 29 September to 17 November 2025 the house bot missed by 58,250 a week: Rs 79.8 lakh, Rs 69.6 lakh of it late shipments where the rush came before the copy expected it. Festival-aligned missed by 4,034 a week; without the 4 percent, measured only later, it missed by 10,575.</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late shipment costs 4.6 times a spare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plan sit above the forecast, and how far?</a:t>
            </a:r>
          </a:p>
        </p:txBody>
      </p:sp>
      <p:pic>
        <p:nvPicPr>
          <p:cNvPr id="9" name="mermaid diagram" descr="C2_W04_D05_cost_curve_STUDENT.png"/>
          <p:cNvPicPr>
            <a:picLocks noChangeAspect="1"/>
          </p:cNvPicPr>
          <p:nvPr/>
        </p:nvPicPr>
        <p:blipFill>
          <a:blip r:embed="rId4"/>
          <a:stretch>
            <a:fillRect/>
          </a:stretch>
        </p:blipFill>
        <p:spPr>
          <a:xfrm>
            <a:off x="2504970" y="1664208"/>
            <a:ext cx="718175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average cost of a week's plan against how far it is raised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Raise the plan by one shipment. Over 100 weeks, if demand beats the plan in 18, that shipment saves 18 x Rs 25 = Rs 450 and wastes 82 x Rs 5.42 = Rs 444: about even. So the cheapest plan covers demand in 25 / (25 + 5.42), about 0.82, of weeks: the newsvendor rule.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2.6 percent sits 0.82 along thirteen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is the 0.82 point, on the weeks we hid?</a:t>
            </a:r>
          </a:p>
        </p:txBody>
      </p:sp>
      <p:pic>
        <p:nvPicPr>
          <p:cNvPr id="9" name="mermaid diagram" descr="C2_W04_D05_cushion_strip_STUDENT.png"/>
          <p:cNvPicPr>
            <a:picLocks noChangeAspect="1"/>
          </p:cNvPicPr>
          <p:nvPr/>
        </p:nvPicPr>
        <p:blipFill>
          <a:blip r:embed="rId4"/>
          <a:stretch>
            <a:fillRect/>
          </a:stretch>
        </p:blipFill>
        <p:spPr>
          <a:xfrm>
            <a:off x="1687216" y="1664208"/>
            <a:ext cx="881726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Thirteen hidden weeks sorted by how far demand came above festival-aligned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Sort the thirteen hidden weeks by how far demand came above festival-aligned: from 5.9 percent below to 7.8 percent above. The 0.82 point falls between the 10th week, 2.1 percent, and the 11th, 2.7; read 0.82 of the way along, it is 2.6 percent. The plan covers 10 of the 13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515 more than the 19,760 the forecast alone needs. </a:t>
            </a:r>
            <a:r>
              <a:rPr sz="1600" b="1" i="0">
                <a:solidFill>
                  <a:srgbClr val="1A1440"/>
                </a:solidFill>
                <a:latin typeface="Calibri"/>
              </a:rPr>
              <a:t>The error bar:</a:t>
            </a:r>
            <a:r>
              <a:rPr sz="1600" b="0" i="0">
                <a:solidFill>
                  <a:srgbClr val="1A1440"/>
                </a:solidFill>
                <a:latin typeface="Calibri"/>
              </a:rPr>
              <a:t> 6,615 shipments a week on the hidden weeks: about Rs 35,800 of idle shifts if a week lands high, Rs 1.65 lakh of late shipments if low; 4,034 a week on 2025's festival.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booking by each other forecast costs; the 2025 back-test is the evidence that it places the rush well.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21256"/>
          <a:ext cx="11130991" cy="4039616"/>
        </p:xfrm>
        <a:graphic>
          <a:graphicData uri="http://schemas.openxmlformats.org/drawingml/2006/table">
            <a:tbl>
              <a:tblPr firstRow="0" bandRow="0">
                <a:tableStyleId>{2D5ABB26-0587-4C30-8999-92F81FD0307C}</a:tableStyleId>
              </a:tblPr>
              <a:tblGrid>
                <a:gridCol w="4946853"/>
                <a:gridCol w="6184138"/>
              </a:tblGrid>
              <a:tr h="352552">
                <a:tc>
                  <a:txBody>
                    <a:bodyPr/>
                    <a:lstStyle/>
                    <a:p>
                      <a:r>
                        <a:rPr sz="1350" b="1" i="0">
                          <a:solidFill>
                            <a:srgbClr val="FFFFFF"/>
                          </a:solidFill>
                          <a:latin typeface="Calibri"/>
                        </a:rPr>
                        <a:t>The doubt</a:t>
                      </a:r>
                    </a:p>
                  </a:txBody>
                  <a:tcPr marL="101600" marR="101600" marT="38100" marB="38100" anchor="ctr">
                    <a:solidFill>
                      <a:srgbClr val="1A0F5C"/>
                    </a:solidFill>
                  </a:tcPr>
                </a:tc>
                <a:tc>
                  <a:txBody>
                    <a:bodyPr/>
                    <a:lstStyle/>
                    <a:p>
                      <a:r>
                        <a:rPr sz="1350" b="1" i="0">
                          <a:solidFill>
                            <a:srgbClr val="FFFFFF"/>
                          </a:solidFill>
                          <a:latin typeface="Calibri"/>
                        </a:rPr>
                        <a:t>What we have, and what would settle it</a:t>
                      </a:r>
                    </a:p>
                  </a:txBody>
                  <a:tcPr marL="101600" marR="101600" marT="38100" marB="38100" anchor="ctr">
                    <a:solidFill>
                      <a:srgbClr val="1A0F5C"/>
                    </a:solidFill>
                  </a:tcPr>
                </a:tc>
              </a:tr>
              <a:tr h="352552">
                <a:tc>
                  <a:txBody>
                    <a:bodyPr/>
                    <a:lstStyle/>
                    <a:p>
                      <a:r>
                        <a:rPr sz="13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300" b="0" i="0">
                          <a:solidFill>
                            <a:srgbClr val="1A1440"/>
                          </a:solidFill>
                          <a:latin typeface="Calibri"/>
                        </a:rPr>
                        <a:t>One festival, the 2025 back-test; another festival would settle it</a:t>
                      </a:r>
                    </a:p>
                  </a:txBody>
                  <a:tcPr marL="101600" marR="101600" marT="38100" marB="38100" anchor="ctr">
                    <a:solidFill>
                      <a:srgbClr val="FFFFFF"/>
                    </a:solidFill>
                  </a:tcPr>
                </a:tc>
              </a:tr>
              <a:tr h="352552">
                <a:tc>
                  <a:txBody>
                    <a:bodyPr/>
                    <a:lstStyle/>
                    <a:p>
                      <a:r>
                        <a:rPr sz="1300" b="0" i="0">
                          <a:solidFill>
                            <a:srgbClr val="1A1440"/>
                          </a:solidFill>
                          <a:latin typeface="Calibri"/>
                        </a:rPr>
                        <a:t>Two years hold two festivals</a:t>
                      </a:r>
                    </a:p>
                  </a:txBody>
                  <a:tcPr marL="101600" marR="101600" marT="38100" marB="38100" anchor="ctr">
                    <a:solidFill>
                      <a:srgbClr val="F4F2FA"/>
                    </a:solidFill>
                  </a:tcPr>
                </a:tc>
                <a:tc>
                  <a:txBody>
                    <a:bodyPr/>
                    <a:lstStyle/>
                    <a:p>
                      <a:r>
                        <a:rPr sz="1300" b="0" i="0">
                          <a:solidFill>
                            <a:srgbClr val="1A1440"/>
                          </a:solidFill>
                          <a:latin typeface="Calibri"/>
                        </a:rPr>
                        <a:t>Two examples of the festival's shape; only a third year settles it</a:t>
                      </a:r>
                    </a:p>
                  </a:txBody>
                  <a:tcPr marL="101600" marR="101600" marT="38100" marB="38100" anchor="ctr">
                    <a:solidFill>
                      <a:srgbClr val="F4F2FA"/>
                    </a:solidFill>
                  </a:tcPr>
                </a:tc>
              </a:tr>
              <a:tr h="577088">
                <a:tc>
                  <a:txBody>
                    <a:bodyPr/>
                    <a:lstStyle/>
                    <a:p>
                      <a:r>
                        <a:rPr sz="13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300" b="0" i="0">
                          <a:solidFill>
                            <a:srgbClr val="1A1440"/>
                          </a:solidFill>
                          <a:latin typeface="Calibri"/>
                        </a:rPr>
                        <a:t>The 2025 festival's 4,034 a week; a hold-out that spans a festival would settle it</a:t>
                      </a:r>
                    </a:p>
                  </a:txBody>
                  <a:tcPr marL="101600" marR="101600" marT="38100" marB="38100" anchor="ctr">
                    <a:solidFill>
                      <a:srgbClr val="FFFFFF"/>
                    </a:solidFill>
                  </a:tcPr>
                </a:tc>
              </a:tr>
              <a:tr h="801624">
                <a:tc>
                  <a:txBody>
                    <a:bodyPr/>
                    <a:lstStyle/>
                    <a:p>
                      <a:r>
                        <a:rPr sz="1300" b="0" i="0">
                          <a:solidFill>
                            <a:srgbClr val="1A1440"/>
                          </a:solidFill>
                          <a:latin typeface="Calibri"/>
                        </a:rPr>
                        <a:t>Capacity caps the peak</a:t>
                      </a:r>
                    </a:p>
                  </a:txBody>
                  <a:tcPr marL="101600" marR="101600" marT="38100" marB="38100" anchor="ctr">
                    <a:solidFill>
                      <a:srgbClr val="F4F2FA"/>
                    </a:solidFill>
                  </a:tcPr>
                </a:tc>
                <a:tc>
                  <a:txBody>
                    <a:bodyPr/>
                    <a:lstStyle/>
                    <a:p>
                      <a:r>
                        <a:rPr sz="13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4F2FA"/>
                    </a:solidFill>
                  </a:tcPr>
                </a:tc>
              </a:tr>
              <a:tr h="352552">
                <a:tc>
                  <a:txBody>
                    <a:bodyPr/>
                    <a:lstStyle/>
                    <a:p>
                      <a:r>
                        <a:rPr sz="1300" b="0" i="0">
                          <a:solidFill>
                            <a:srgbClr val="1A1440"/>
                          </a:solidFill>
                          <a:latin typeface="Calibri"/>
                        </a:rPr>
                        <a:t>Growth of 4 percent a year</a:t>
                      </a:r>
                    </a:p>
                  </a:txBody>
                  <a:tcPr marL="101600" marR="101600" marT="38100" marB="38100" anchor="ctr">
                    <a:solidFill>
                      <a:srgbClr val="FFFFFF"/>
                    </a:solidFill>
                  </a:tcPr>
                </a:tc>
                <a:tc>
                  <a:txBody>
                    <a:bodyPr/>
                    <a:lstStyle/>
                    <a:p>
                      <a:r>
                        <a:rPr sz="1300" b="0" i="0">
                          <a:solidFill>
                            <a:srgbClr val="1A1440"/>
                          </a:solidFill>
                          <a:latin typeface="Calibri"/>
                        </a:rPr>
                        <a:t>Two years' evidence; a third year would settle it</a:t>
                      </a:r>
                    </a:p>
                  </a:txBody>
                  <a:tcPr marL="101600" marR="101600" marT="38100" marB="38100" anchor="ctr">
                    <a:solidFill>
                      <a:srgbClr val="FFFFFF"/>
                    </a:solidFill>
                  </a:tcPr>
                </a:tc>
              </a:tr>
              <a:tr h="1250696">
                <a:tc>
                  <a:txBody>
                    <a:bodyPr/>
                    <a:lstStyle/>
                    <a:p>
                      <a:r>
                        <a:rPr sz="1300" b="0" i="0">
                          <a:solidFill>
                            <a:srgbClr val="1A1440"/>
                          </a:solidFill>
                          <a:latin typeface="Calibri"/>
                        </a:rPr>
                        <a:t>A tax change rode on the 2025 festival</a:t>
                      </a:r>
                    </a:p>
                  </a:txBody>
                  <a:tcPr marL="101600" marR="101600" marT="38100" marB="38100" anchor="ctr">
                    <a:solidFill>
                      <a:srgbClr val="F4F2FA"/>
                    </a:solidFill>
                  </a:tcPr>
                </a:tc>
                <a:tc>
                  <a:txBody>
                    <a:bodyPr/>
                    <a:lstStyle/>
                    <a:p>
                      <a:r>
                        <a:rPr sz="1300" b="0" i="0">
                          <a:solidFill>
                            <a:srgbClr val="1A1440"/>
                          </a:solidFill>
                          <a:latin typeface="Calibri"/>
                        </a:rPr>
                        <a:t>Two-wheeler sales to buyers ran at 31.5 lakh in October 2025 against 12.9 lakh in September, part of it credited to cuts in GST, India's goods and services tax (FADA, the Federation of Automobile Dealers Associations, release of 7 November 2025, checked 12 October 2026); a series with the tax change marked would settle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Right growth, wrong weeks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Your 4 percent is the growth two years show. Copied by calendar, it books the peak on 5 October and sits 308,048 shipments short.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THE VENDOR'S SPONSOR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fit, never a forecast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Within 1.4 percent on history, and 16,400 a week off on thirteen weeks it never saw.</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Beat the bot, then place the festival</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Score on hidden weeks in shipments and rupees; copy by distance from Diwali; cover demand in 0.82 of weeks.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9" name="Oval 28"/>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1" name="Oval 30"/>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