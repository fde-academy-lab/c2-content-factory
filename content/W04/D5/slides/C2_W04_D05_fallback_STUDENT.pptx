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only if the faculty session (tentative) slips. Four parts, 35, 30, 30 and 25 minutes.</a:t>
            </a:r>
          </a:p>
          <a:p>
            <a:r>
              <a:t>Nothing here teaches autocorrelation, smoothing or ARIMA: the faculty session (tentative) owns them.</a:t>
            </a:r>
          </a:p>
          <a:p>
            <a:r>
              <a:t>Transition: the four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parts. Each ends on one line a group writes down. Transition:</a:t>
            </a:r>
          </a:p>
          <a:p>
            <a:r>
              <a:t>part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Groups run notebook 02 with the split moved to 24 August 2026, or read this table.</a:t>
            </a:r>
          </a:p>
          <a:p>
            <a:r>
              <a:t>The vendor's four weeks are its old forecast, made from 22 June, so they are its farthest weeks</a:t>
            </a:r>
          </a:p>
          <a:p>
            <a:r>
              <a:t>ahead. Transition: why naive moved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Vote, argue for one minute, vote again. a and c are partly true; b is the cause.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four misses on the board. The house bot and festival-aligned barely move</a:t>
            </a:r>
          </a:p>
          <a:p>
            <a:r>
              <a:t>because they copy last year's weeks and ignore the origin. Transition: the rule this 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Each group writes one line: what a four-week test would have let the vendor's</a:t>
            </a:r>
          </a:p>
          <a:p>
            <a:r>
              <a:t>sponsor claim. Transition: part 2, rolling the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This is the rolling-origin picture of FPP3's section 5.10 (checked 12 October</a:t>
            </a:r>
          </a:p>
          <a:p>
            <a:r>
              <a:t>2026), on the twelve printed rows. Groups work it by hand. Transition: the five forecasts.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Each group takes one row and calls out its two misses. Festival-aligned copies</a:t>
            </a:r>
          </a:p>
          <a:p>
            <a:r>
              <a:t>2024's week at the same distance from Diwali, plus 4 percent. Transition: the 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Groups add their row's misses to the board first.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71,180 over 2,040 is about thirty-five: b was the closest option. Transition:</a:t>
            </a:r>
          </a:p>
          <a:p>
            <a:r>
              <a:t>part 3, two real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Groups name the Lucknow equivalent: a vendor forecast allowed to run past its</a:t>
            </a:r>
          </a:p>
          <a:p>
            <a:r>
              <a:t>own error band with nobody watching the band. Transition: Target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The forecasting account is Canadian Business's, through the archived copy the</a:t>
            </a:r>
          </a:p>
          <a:p>
            <a:r>
              <a:t>research ledger cites. The Lucknow version: a vendor model with no Lucknow festival in its record.</a:t>
            </a:r>
          </a:p>
          <a:p>
            <a:r>
              <a:t>Transition: the two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Each group writes the check in one line. Transition: part 4, the second</a:t>
            </a:r>
          </a:p>
          <a:p>
            <a:r>
              <a:t>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Pairs play the planner and one stakeholder, then swap. The full [D] transcript is</a:t>
            </a:r>
          </a:p>
          <a:p>
            <a:r>
              <a:t>in `extras/C2_W04_D05_interview_transcripts_STUDENT.md`.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faculty session (tentative) picks up autocorrelation and smoothing from here</a:t>
            </a:r>
          </a:p>
          <a:p>
            <a:r>
              <a:t>whenever it runs. Transition: close for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612415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FRIDAY  ·  IF THE TENTATIVE FACULTY SESSION SLIPS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Flipkart Lucknow: the rolling-origin hour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the plan is signed, would a shorter test, or a test that rolls week by week, have told the planner something different?”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981956"/>
            <a:ext cx="1003371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FC planner, testing the morning's choice. Runs only if the IITGN faculty session W4-4 (tentative) does not run. Illustrative case: the company is real, the situation and the data are synthetic, built for this class.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5. Flipkart Lucknow: the rolling-origin 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parts, each testing the morning's 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 in the next 120 minutes, and in what order?</a:t>
            </a:r>
          </a:p>
        </p:txBody>
      </p:sp>
      <p:pic>
        <p:nvPicPr>
          <p:cNvPr id="9" name="mermaid diagram" descr="f7bebd1c832104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Hide four weeks, forecast from 24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the rules score when only the last four weeks are hidden?</a:t>
            </a:r>
          </a:p>
        </p:txBody>
      </p:sp>
      <p:pic>
        <p:nvPicPr>
          <p:cNvPr id="9" name="mermaid diagram" descr="C2_W04_D05_four_vs_thirtee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2232" y="1664208"/>
            <a:ext cx="8127229" cy="349199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9277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MAE by rule on thirteen hidden weeks and on the last four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order barely moves; the numbers move a great deal. The four-week test rests on four misses and on one origin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did naive jump from 14,923 to 37,050?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What, in the four-week test, made naive's average miss more than double?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last four weeks are harder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224325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September ships more than July.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origin week was a dip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week of 24 August shipped 196,600.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 weeks are too few to average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Any one miss moves the mean.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Naive ignores growth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 never adds the 4 percent.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origin week was a dip, 196,600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one origin week set every naive miss?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196,600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WEEK OF 24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origin naive repeats four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ITS FIRST MISS, TOO 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37,100, 33,700 and 35,600, all too 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37,050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NAIVE'S MAE ON FOUR 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14,923 on thirteen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short test judges the origin as much as the rule. The thirteen-week test spread that luck over thirteen weeks; four weeks cannot.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test shorter than the plan judges too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must the hidden weeks span at least the eight weeks the plan covers?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6c9ce23c02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At least as long as the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plan books eight weeks, so the test hides at least eight (FPP3, section 5.8, checked 12 October 2026).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rending-up_0f9f078814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VENDOR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Its gap grows with the weeks ahead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148 percent worse than festival-aligned on thirteen weeks, 233 percent on its four farthest.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huffle_1f5f2f56d5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LUCK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origin can flatter or punish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rule that looked fine from 22 June looks poor from 24 August.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Roll the origin: one week ahead, five times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rolling origin show that one hidden block cannot?</a:t>
            </a:r>
          </a:p>
        </p:txBody>
      </p:sp>
      <p:pic>
        <p:nvPicPr>
          <p:cNvPr id="9" name="mermaid diagram" descr="a2c12a290d95ef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1297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28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forecast is made from the week before and scored, then the origin moves on one week. The twelve rows hold five such steps in 2025: from 29 September to 27 October, forecasting the week after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one-week forecasts, worked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naive and festival-aligned forecast one week ahead through 2025's festival?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10666"/>
                <a:gridCol w="3021197"/>
                <a:gridCol w="2069313"/>
                <a:gridCol w="2280843"/>
                <a:gridCol w="18489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 forecast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Naive: the week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Naive's miss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Festival-aligned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Its miss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Oct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331,200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87,000 too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417,040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1,160 too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 Oct 2025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418,200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49,200 too high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370,448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1,448 too high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 Oct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369,000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60,100 too high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308,776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124 too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27 Oct 2025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308,900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120,300 too high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187,824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776 too low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Nov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188,600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39,300 too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221,208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6,692 too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rule swings most through the festival?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Over the five one-week forecasts, whose average miss is larger, and by how much?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Naive, by about ten times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week before is a poor guide when weeks change fast.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Naive, by about thirty times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festive week differs sharply from the last.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Festival-aligned, narrowly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Copying 2024 adds 2024's own noise.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Level: one week ahead, both are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week is short.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naive, by about thirty-five times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rolling origin say about naive near a festival?</a:t>
            </a:r>
          </a:p>
        </p:txBody>
      </p:sp>
      <p:pic>
        <p:nvPicPr>
          <p:cNvPr id="9" name="mermaid diagram" descr="C2_W04_D05_rolling_origi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728" y="1664208"/>
            <a:ext cx="7390239" cy="321564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91642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Naive and festival-aligned, one week ahead from five origins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Naive's five misses average 71,180 a week and festival-aligned's 2,040. Near a festival the week before is a poor guide, because the weeks change sharply; last year's week at the same distance from Diwali is a good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Zillow: a forecast broke its own guardrail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Zillow's forecasting miss cost, and which guardrail failed?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57107"/>
                <a:gridCol w="8873884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Zillow Offers, 2021 (F3, Zillow's Q3 2021 shareholder letter, checked 12 October 2026)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forecast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Home prices three to six months ahead, to buy homes and resell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Public targets of plus or minus 200 basis points of breakeven unit economics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miss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Unit economics swung about 1,200 basis points from Q2 to an expected minus 500 to minus 700 in Q4 2021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write-down of about USD 304 million on inventory; the business wound down, and about 25 percent of the workforce was cut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Target Canada: a forecast with no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Target's buyers have to forecast with in Canada?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962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0491"/>
                <a:gridCol w="7840499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Target Canada, 2013 to 2015 (F4, checked 12 October 2026)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 announced on 15 January 2015 that it would close all 133 Canadian stores, about 17,600 employees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forecasting failure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forecasting and replenishment system needed years of history and could not forecast new stores, so buyers used optimistic projections instead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followed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Distribution centres overflowed while shelves sat empty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failures, and their Lucknow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check in today's plan would have caught each failure?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93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32847"/>
                <a:gridCol w="3999071"/>
                <a:gridCol w="39990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failure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Lucknow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check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Zillow: a forecast ran past its own guardrail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vendor's curve, high on 12 of 13 hidden weeks and climbing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every week against the error band, and stop when it is breached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 Canada: a forecast with no 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vendor model never scored on a Lucknow festival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it on 2025's festival from data to September 2025 before it books a shift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[D] Finance and the sponsor each want theirs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candidate choose between two stakeholders' forecasts, and present the error?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 would average the two: 13 percent sits between 4 and 22."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 would score both on weeks neither saw, against a copy of last year, in shipments and in rupees."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Picks the more senior stakeholder's number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Concedes what is true in each: finance's growth, the vendor's fit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one number with no range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the plan, its error bar in each direction, and what would change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the rule that holds without the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survives this hour, whether or not the faculty session (tentative) runs?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ec66f5961a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 long as the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Hide at least as many weeks as the plan books, from one origin.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FESTIVAL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Copy by distance from Diwali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week ahead, naive missed by 71,180 through the festival.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adge-check_df01016c75a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Beat the bot, then price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Nothing books a shift until it beats a copy of last year on hidden weeks.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