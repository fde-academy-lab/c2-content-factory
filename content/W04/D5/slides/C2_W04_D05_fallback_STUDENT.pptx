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before the fallback begins. Runs only if W4-4 slips. Teaches nothing the IITGN block</a:t>
            </a:r>
          </a:p>
          <a:p>
            <a:r>
              <a:t>owns: no autocorrelation, no smoothing, no ARIMA. Four parts of 35, 30, 30 and 25 minutes.</a:t>
            </a:r>
          </a:p>
          <a:p>
            <a:r>
              <a:t>Transition: S1, the four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parts as a plan the room can see. Nobody is being tested on the</a:t>
            </a:r>
          </a:p>
          <a:p>
            <a:r>
              <a:t>model; this is a reflection on what the morning taught, with two guardrail cases from real</a:t>
            </a:r>
          </a:p>
          <a:p>
            <a:r>
              <a:t>companies.</a:t>
            </a:r>
          </a:p>
          <a:p>
            <a:r>
              <a:t>Transition: S2, part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minutes. Each group runs the four-week version in the notebook (notebook 02's `holdout_n`</a:t>
            </a:r>
          </a:p>
          <a:p>
            <a:r>
              <a:t>switch), then reports what changed and what did not. The vendor's share of the error falls by</a:t>
            </a:r>
          </a:p>
          <a:p>
            <a:r>
              <a:t>about a third; its ranking does not change. The lesson is sharp: a test shorter than the horizon</a:t>
            </a:r>
          </a:p>
          <a:p>
            <a:r>
              <a:t>tempts a vendor's sponsor to claim capability the horizon still has to earn.</a:t>
            </a:r>
          </a:p>
          <a:p>
            <a:r>
              <a:t>Transition: S3, part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minutes. Rolling origin is Hyndman and Athanasopoulos's figure (FPP3, R1): forecast once</a:t>
            </a:r>
          </a:p>
          <a:p>
            <a:r>
              <a:t>from origin t, then from origin t + 1, and so on. The still PNG shows one frame of the sliding</a:t>
            </a:r>
          </a:p>
          <a:p>
            <a:r>
              <a:t>hold-out. In class, use the GIF beside this slide if the projector plays it; otherwise rely on the</a:t>
            </a:r>
          </a:p>
          <a:p>
            <a:r>
              <a:t>still. The reveal: SWLY's one-week-ahead error is steady; the vendor's grows as it drifts further</a:t>
            </a:r>
          </a:p>
          <a:p>
            <a:r>
              <a:t>from the training window.</a:t>
            </a:r>
          </a:p>
          <a:p>
            <a:r>
              <a:t>Transition: S4, Zillow and Target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minutes. Each group names the Lucknow equivalent for both: the guardrail Zillow lacked</a:t>
            </a:r>
          </a:p>
          <a:p>
            <a:r>
              <a:t>(an operational trigger when the forecast's actual error exceeded the band), and the history</a:t>
            </a:r>
          </a:p>
          <a:p>
            <a:r>
              <a:t>Target Canada needed (two to three years of Canadian store data, not a US model). Interview-grade</a:t>
            </a:r>
          </a:p>
          <a:p>
            <a:r>
              <a:t>answers close the activity.</a:t>
            </a:r>
          </a:p>
          <a:p>
            <a:r>
              <a:t>Transition: S5, the second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minutes. Pair the room; one plays the planner, one plays finance, then swap and the</a:t>
            </a:r>
          </a:p>
          <a:p>
            <a:r>
              <a:t>other plays the sponsor. Scorecard as in Tuesday's studio. The partly-right half of each claim</a:t>
            </a:r>
          </a:p>
          <a:p>
            <a:r>
              <a:t>has to be conceded; the plan's shape and the hold-out score are what survive the defence.</a:t>
            </a:r>
          </a:p>
          <a:p>
            <a:r>
              <a:t>Transition: S6,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one rule carries into the Saturday paper's part 5. The faculty block, when</a:t>
            </a:r>
          </a:p>
          <a:p>
            <a:r>
              <a:t>it runs on another day, picks up autocorrelation and smoothing from here.</a:t>
            </a:r>
          </a:p>
          <a:p>
            <a:r>
              <a:t>Transition: Kahoot and close in half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FRIDAY  · 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rolling-origin hour, if the block slips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 baseline is still the thing to beat; the fallback hour shows what happens when the hold-out is shorter or when the forecast's history was borrowed.”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9564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FC planner at Flipkart's Lucknow fulfilment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5. The rolling-origin hour, if the block slips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four parts of the fallback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runs if the faculty block slips, and in what order?</a:t>
            </a:r>
          </a:p>
        </p:txBody>
      </p:sp>
      <p:pic>
        <p:nvPicPr>
          <p:cNvPr id="9" name="mermaid diagram" descr="29730b96e2920b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6146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1: rescore with four weeks held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when the hold-out is shorter than the horizon?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5285"/>
                <a:gridCol w="2970949"/>
                <a:gridCol w="4884756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13-week hold-out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4-week hold-out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Naive MAE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22,046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10,000 (one summer month)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SWLY MAE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9,346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7,500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Festival-aligned MAE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5,674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4,000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Vendor MAE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16,985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11,000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shorter hold-out looks friendlier to every method, including the vendor, because the window is smaller and the noise averages out less. A four-week test for an eight-week horizon rewards the method that was lucky on the week after 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2: rolling origin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error look when the forecast's starting point moves one week at a time?</a:t>
            </a:r>
          </a:p>
        </p:txBody>
      </p:sp>
      <p:pic>
        <p:nvPicPr>
          <p:cNvPr id="9" name="mermaid diagram" descr="C2_W04_D05_holdout_slide_STUDENT_st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735" y="1664208"/>
            <a:ext cx="8520224" cy="3491992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19277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hold-out slides across the series; errors accumulate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For each of six origins over the summer, forecast one week ahead with each baseline. Six one-week errors give a line; the line says whether the method is steady or drifts.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3: Zillow and Target Canada, two failures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Zillow and Target Canada tell forecasters that the Lucknow planner must remember?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30581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67309"/>
                <a:gridCol w="4631840"/>
                <a:gridCol w="4631840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Zillow (F3)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Target Canada (F4)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forecast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home-price model used to buy for Zillow Offers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sales forecast system Target brought over from the 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miss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Public guardrail breached by 1,200 basis points on a plus-or-minus-200 bp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Buyers used optimistic projections; shelves ran out or were overstocked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Inventory write-down about USD 304 million; business wound down; workforce cut by about a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133 Canadian stores closed within two years of opening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Lucknow equivalent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vendor forecast allowed to drift past its stated error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new vendor model trained on a US retail series with no Lucknow 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[D] Finance and the vendor's sponsor each want theirs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planner say when two stakeholders push forecasts the baseline beats?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34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7688"/>
                <a:gridCol w="3890806"/>
                <a:gridCol w="5552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Stakeholder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Their claim (partly right)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one-line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'Last year plus 4 percent is the budget'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Right about the total, wrong about the shape; the shape puts the peak in the wrong week.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Vendor's sponsor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'The model fits every week of history'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Fit on 91 training weeks is not forecast on the 13 held-out weeks; its hold-out MAE is 200 percent above the chosen baseline's.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 rule the fallback leaves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survives this hour even without the IITGN block?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forecast earns the plan only after it beats the simplest baseline on weeks it has not seen. The baseline for a seasonal business is same-week-last-year or its festival-aligned twin. The hold-out spans the horizon.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