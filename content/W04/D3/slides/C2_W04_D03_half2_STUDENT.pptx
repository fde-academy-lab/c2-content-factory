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minute, on screen after lunch. The morning ended with the method: lift above a 1 percent</a:t>
            </a:r>
          </a:p>
          <a:p>
            <a:r>
              <a:t>floor, a slot priced at Rs 17,280 against Rs 3,240 a day, Rs 6.3 lakh a month recovered. Chapter 3,</a:t>
            </a:r>
          </a:p>
          <a:p>
            <a:r>
              <a:t>part two, level L5, unguided in groups of about four on notebook 03; then the interview room and</a:t>
            </a:r>
          </a:p>
          <a:p>
            <a:r>
              <a:t>the Kahoot. The IITGN faculty session (tentative) takes the next 120. Transition: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 to brief, then 25 minutes of group work. The TA moves between tables. A group that</a:t>
            </a:r>
          </a:p>
          <a:p>
            <a:r>
              <a:t>picks a pair below the floor is asked "how many carts would the slot touch?". A group that prices</a:t>
            </a:r>
          </a:p>
          <a:p>
            <a:r>
              <a:t>sales instead of margin is asked "which number does the growth lead keep?". Transition: the</a:t>
            </a:r>
          </a:p>
          <a:p>
            <a:r>
              <a:t>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four fields on this slide are the template; the strip set's solutions file is released at the</a:t>
            </a:r>
          </a:p>
          <a:p>
            <a:r>
              <a:t>close. Transition: the objection each group must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Tuesday's four moves, used on today's numbers: restate until the owner agrees,</a:t>
            </a:r>
          </a:p>
          <a:p>
            <a:r>
              <a:t>answer from the evidence, concede what is true, say what would change your mind. Two groups read</a:t>
            </a:r>
          </a:p>
          <a:p>
            <a:r>
              <a:t>their answers aloud; the room names the move each sentence makes. Transition: the interview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for the section. Level L6. The full transcript is read in pairs from the extras</a:t>
            </a:r>
          </a:p>
          <a:p>
            <a:r>
              <a:t>folder, and each pair scores the other on its seven criteria. Transition: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 read the two answers side by side and score both on the scorecard's seven</a:t>
            </a:r>
          </a:p>
          <a:p>
            <a:r>
              <a:t>lines. The weak answer is not wrong about confidence's meaning; it is wrong about what to do with</a:t>
            </a:r>
          </a:p>
          <a:p>
            <a:r>
              <a:t>it. Transition: the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follow-up is one of the morning's traps asked as a question. Transition: the</a:t>
            </a:r>
          </a:p>
          <a:p>
            <a:r>
              <a:t>same idea at an AI 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Programme-written variant. The base-rate trap is the same one the strip fell</a:t>
            </a:r>
          </a:p>
          <a:p>
            <a:r>
              <a:t>into, now inside a model's evaluation. Amazon's Prime Video team saw why the cutoff date matters</a:t>
            </a:r>
          </a:p>
          <a:p>
            <a:r>
              <a:t>(Amazon Science, checked 12 October 2026): its first autoencoder trailed a popularity ranking of</a:t>
            </a:r>
          </a:p>
          <a:p>
            <a:r>
              <a:t>recent rentals until it was trained on viewing sorted by time. Transition: the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section: the handoff, the Kahoot and the close. Transition: the handoff</a:t>
            </a:r>
          </a:p>
          <a:p>
            <a:r>
              <a:t>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line as it stands. Park any question about how long a watch-list trial</a:t>
            </a:r>
          </a:p>
          <a:p>
            <a:r>
              <a:t>must run for the faculty session (tentative). Transition: the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Run the Kahoot pack from the kahoot folder; it is ungraded. Re-teach in one line</a:t>
            </a:r>
          </a:p>
          <a:p>
            <a:r>
              <a:t>any item most of the room misses.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two learners to say the sentence without notes. The lab after class runs the</a:t>
            </a:r>
          </a:p>
          <a:p>
            <a:r>
              <a:t>same method on Kalpa Retail's baskets. Tomorrow's pre-read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strip would you ship?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three pairs, priced how, and how do you answer a category manager who wants milk in every slot?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4407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Ship one strip in 35 minutes, priced and defended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group hand in?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ist-ordered_6bff7db21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Rank three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From the pairs table: support at least 1 percent and lift 1.5 or more, each with its two numbers.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indian-rupee_bfbdea5c56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Price the strip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slot a day and the month recovered, each assumption with its range.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riangle-alert_5ac49fc6ab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two doubts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Each with the check and the number it gave.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Answer the category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Two sentences: the number first, then what you concede.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48411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one-page strip is what each group hands in. The strip set in exercises/unguided asks the same steps as five items; a group posts its five letters once its page is done.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6" name="Oval 35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38" name="Oval 37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one-page strip: four fields,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the handed-in page say?</a:t>
            </a:r>
          </a:p>
        </p:txBody>
      </p:sp>
      <p:pic>
        <p:nvPicPr>
          <p:cNvPr id="9" name="mermaid diagram" descr="5d4b1bd1f6a32e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strip that names a pair without its support, or a rupee figure without its ranges, is sent back.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5" name="Oval 14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"Milk is our top seller; put it in every slot"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part of the category manager's objection is right, and what answers the rest?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ear_2c90737cfd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Milk is in most carts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 is in 71 percent of carts and brings shoppers back daily.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_a266b7a044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slot moves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Milk slots click at 1.2 percent against 6.4; lift with every common item sits near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shake_e365765057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CONCEDE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Milk belongs in the cart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is why it needs no reminder; keep it on the home screen and in search.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8556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fresh-cw_c3ada071ae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WOULD CHANGE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If milk clicked like the 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two-zone test where milk slots matched 6.4 percent would put milk back.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5" name="Oval 34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37" name="Oval 36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measure can popularity not fool?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strong candidate answer the day's question in a product-analytics interview?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4407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Lift divides popularity out; confidence does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"Support, confidence, lift: which one cannot be fooled by popularity, and why?"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x_1ea7e70f5a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WEAK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"Confidence, because it is the probability of B given A, so the highest-confidence pair goes in the strip." It ranks milk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76555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eck_adac4adaf5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HIRE-GRADE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Lift, because it divides by the base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534664"/>
            <a:ext cx="3186074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"Bread to milk reads confidence 0.74, but milk is in 71 percent of carts anyway, so lift is 1.04. Chips and cold drink read 0.42 and lift 3.39. I rank by lift above a support floor."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ar_2c90737cfd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THE INTERVIEWER LISTENS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base rate and its window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Three questions kept apart, the denominator and window said aloud, a floor, a decision.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31" name="Oval 30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follow-ups and the line that answers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interviewer ask next, and what does a hire-grade answer say?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3413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hire-grade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109524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pair has lift 4.6 and support 0.25 percent: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pair is real, 100 carts against 22 by chance, but it shows only beside ice cream, 1,600 carts in four weeks, so it is worth little in rupees; it goes on the watch list and a test on ice-cream carts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Heavy buyers buy everything: what does that do to lift?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They repeat the party pair, so count each customer once and 3.39 falls to 2.56; bigger baskets hold any pair by chance, so size the expected count by cart; rank on 2.56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109524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Make it a rupee recommendation: what cost line do most forget?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Incrementality: some adds come through search or habit anyway, so the Rs 6.3 lakh a month (Rs 3.9 lakh to Rs 9.3 lakh) is a ceiling a holdout measures; sales are never the 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2" name="Oval 1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4" name="Oval 13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 LLM shopping assistant meets the same base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would you score an assistant that suggests add-ons?</a:t>
            </a:r>
          </a:p>
        </p:txBody>
      </p:sp>
      <p:pic>
        <p:nvPicPr>
          <p:cNvPr id="9" name="mermaid diagram" descr="a9a2ab03b6319f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196" y="1664208"/>
            <a:ext cx="10057302" cy="27035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13504"/>
            <a:ext cx="11130991" cy="1786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Acceptance flatters an assistant as confidence flattered milk. Offline is a gate: on held-out carts placed after a cutoff date, which it never saw while it was built, hide one item in each and check that it recovers the item more often than a popularity list and the current strip, leaving out each shopper's weekly staples. Online decides: customers, never carts, randomised to three arms for a length fixed in advance, scored on incremental adds, the ones that would not have happened without it, as margin per customer less serving cost.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5" name="Oval 14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the room carry out?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does the next session take from here, and what does the room take home?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4407" y="5074920"/>
            <a:ext cx="208302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Handoff: lift read as probability,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IITGN faculty session (tentative) pick up from the morning?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0363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036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You counted lift on twelve carts and on forty thousand. The next 120 minutes show the same three numbers as probabilities: a lift near one is independence made visible, which is what milk showed you, and the support floor you set is what lets an algorithm skip counting every combination.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39440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Independent means that knowing one item is in the cart tells you nothing about the other, and a rule is a sentence such as "bread, so milk". The IITGN faculty session is tentative until IIT Gandhinagar confirms it.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6" name="Oval 15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quick questions, one with a minute to 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room make the day's calls at speed?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1 TO 3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three 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Match each count to its question; compute lift from three counts; a popular partner read right.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4 AND 5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floor and the rupee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strong thin pair; what a promotion is worth.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6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Tuesday's return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four moves of an answer to an objection that is partly right.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7 AND 8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fall and the doubts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blended rate split; counting each customer once.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2" name="Oval 3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34" name="Oval 33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for Friday, and Thursday's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room say on Friday, and what comes next?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sentence.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"The click-through fell because the strip gave half its slots to milk, which shoppers buy anyway; ranked by lift above a 1 percent floor, the strip shows chips with cold drink, coriander with green chillies and bread with butter, and recovers about Rs 6.3 lakh a month."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9582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332384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31470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Tomorrow.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Zomato Gold in Chennai: a retention number that stays flat while every group of members shrinks. Who is leaving, and at which step?</a:t>
            </a:r>
          </a:p>
        </p:txBody>
      </p:sp>
      <p:pic>
        <p:nvPicPr>
          <p:cNvPr id="15" name="mermaid diagram" descr="fa124bfc310bab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4168139"/>
            <a:ext cx="11130991" cy="133191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8" name="Oval 1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20" name="Oval 19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