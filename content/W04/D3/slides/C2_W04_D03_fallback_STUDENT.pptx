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on screen when the IITGN faculty session (tentative) cannot run in its slot. These</a:t>
            </a:r>
          </a:p>
          <a:p>
            <a:r>
              <a:t>120 minutes extend the morning and teach nothing the block owns: no association rules as</a:t>
            </a:r>
          </a:p>
          <a:p>
            <a:r>
              <a:t>probability, no algorithm that finds them. How long a trial must run before its answer can be</a:t>
            </a:r>
          </a:p>
          <a:p>
            <a:r>
              <a:t>trusted is a sample-size question, parked by name for the faculty session (tentative). Transition:</a:t>
            </a:r>
          </a:p>
          <a:p>
            <a:r>
              <a:t>the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 for the section. Groups design the trial; the TA plays the growth lead.</a:t>
            </a:r>
          </a:p>
          <a:p>
            <a:r>
              <a:t>Transition: the four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Each group fills the four cards for its own trial. Press on "fixed before it</a:t>
            </a:r>
          </a:p>
          <a:p>
            <a:r>
              <a:t>starts": a trial watched daily and stopped when it looks good finds a winner by luck. The rule for</a:t>
            </a:r>
          </a:p>
          <a:p>
            <a:r>
              <a:t>how long is the parked sample-size question. Transition: the first data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This is a real analyst's moment: the method is ready and the data are not. Ask</a:t>
            </a:r>
          </a:p>
          <a:p>
            <a:r>
              <a:t>the room to write the request in one sentence: which table, which new column, which dates.</a:t>
            </a:r>
          </a:p>
          <a:p>
            <a:r>
              <a:t>Transition: the pass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Groups present their pass rule in two sentences. The weak rule names only the</a:t>
            </a:r>
          </a:p>
          <a:p>
            <a:r>
              <a:t>click-through; the strong rule names the rupees too. Transition: one zone, one time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40 minutes for the section, the row's after-class task done in class on notebook 03.</a:t>
            </a:r>
          </a:p>
          <a:p>
            <a:r>
              <a:t>Transition: the code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Code along. Morning carts hold milk 80 percent of the time against 66 to 69 in the</a:t>
            </a:r>
          </a:p>
          <a:p>
            <a:r>
              <a:t>other bands, so milk's pairs read slightly differently in the morning. Transition: the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of group work. The fifth and sixth groups find the stock-out in their own slice: curd's pairs</a:t>
            </a:r>
          </a:p>
          <a:p>
            <a:r>
              <a:t>vanish in week three and return in week four. The common stall is a pair below the slice's floor</a:t>
            </a:r>
          </a:p>
          <a:p>
            <a:r>
              <a:t>that looks exciting; the hint is "how many carts is that lift resting on?". Transition: what the</a:t>
            </a:r>
          </a:p>
          <a:p>
            <a:r>
              <a:t>slices say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Each group reads one line of its report against this list. Transition: a storm.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section. Transition: Walmart's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Read the account. Ask: "is strawberry Pop-Tarts with a storm a pair, like chips</a:t>
            </a:r>
          </a:p>
          <a:p>
            <a:r>
              <a:t>with cold drink?"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Friday's ticket at Flipkart's Lucknow fulfilment centre takes this up with</a:t>
            </a:r>
          </a:p>
          <a:p>
            <a:r>
              <a:t>Diwali as the event. Transition: the second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section: the dispute transcript read in pairs, then scored.</a:t>
            </a:r>
          </a:p>
          <a:p>
            <a:r>
              <a:t>Transition: the three sentences.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Pairs list what is partly right and what is unproven before the next slide.</a:t>
            </a:r>
          </a:p>
          <a:p>
            <a:r>
              <a:t>Transition: the four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Score each pair's answer on the four moves, 0 to 2 each. Transition: the one</a:t>
            </a:r>
          </a:p>
          <a:p>
            <a:r>
              <a:t>chart to hand the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The sentence to carry: "a redesign is worth testing; the ranking is what fell".</a:t>
            </a:r>
          </a:p>
          <a:p>
            <a:r>
              <a:t>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Say only that the faculty session (tentative) did not run today. Tomorrow's</a:t>
            </a:r>
          </a:p>
          <a:p>
            <a:r>
              <a:t>pre-read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parts fill the 120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runs, for how long, and what does each part answer?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67677"/>
                <a:gridCol w="1137049"/>
                <a:gridCol w="67262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watch-list trial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must ice cream and chocolate sauce show before they take a slot?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zone, one time band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pairs change rank when the strip is ranked for one slice of Pune?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storm and the Pop-Tarts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is a sale that jumps before a storm no pair rule?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transcript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do you answer a category manager who is sure the strip needs a redesign?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2" name="Oval 1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4" name="Oval 1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6" name="Oval 1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may a thin pair take a slot?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must ice cream and chocolate sauce, lift 4.60 on 100 carts, show before they take a slot?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trial in two zones answers four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Where, for how long, against what, and what stops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ap-pin_d669bc82d6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zones alike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Two zones with similar carts and similar ice cream sales, one shown the pair and one left as it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HOW LONG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Fixed before it starts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length is chosen before the first day and never stretched to chase a result.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target_975d45d3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AGAINST 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slot's own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pair must beat the click-through that slot drew in the same zones before the trial.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octagon-x_d3aae6c5cd3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STOPS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 shock in either zone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stock-out or a campaign in either zone voids the window and the trial restarts.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5" name="Oval 34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7" name="Oval 36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9" name="Oval 38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trial's first need is a log split by zone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today's strip_log measure a two-zone trial?</a:t>
            </a:r>
          </a:p>
        </p:txBody>
      </p:sp>
      <p:pic>
        <p:nvPicPr>
          <p:cNvPr id="9" name="mermaid diagram" descr="6f2fefc937eff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797050"/>
            <a:ext cx="7886700" cy="3543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strip_log counts impressions, clicks and adds for the whole city; it has no zone column. A two-zone trial starts with a data request: the same log, split by zone, for the weeks before and during the trial.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Pass only if the clicks and the rupees both 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rule promotes the pair, and what keeps it on the watch list?</a:t>
            </a:r>
          </a:p>
        </p:txBody>
      </p:sp>
      <p:pic>
        <p:nvPicPr>
          <p:cNvPr id="9" name="mermaid diagram" descr="0b06b4099da534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787461"/>
            <a:ext cx="7886700" cy="3286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pair is promoted when its slot beats the slot's own record by a margin set before the trial and its adds repay the slot in margin, after any bundle discount. If either fails, it stays on the watch list, which is what a watch list is for.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changes in one zone at one time?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pairs change rank when the strip is ranked for one zone and one time band?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rerun is the same pairs table on fewer carts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in the code, and what changes in the reading?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slice_ids = carts.loc[(carts.zone == "Kothrud") &amp; (carts.time_band == "morning"), "cart_id"]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part = baskets[slice_ids]                                  # the same sets, fewer carts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pair_count = Counter(p for b in part for p in combinations(sorted(b), 2))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floor = 0.01 * len(part)                                   # the floor is a share of the slice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code changes in one line: which carts enter. The reading changes more: a slice holds fewer carts, so every pair rests on fewer of them, and a floor written as a share of the slice admits pairs on thinner ground.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7" name="Oval 16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9" name="Oval 18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21" name="Oval 20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group takes one slice and reports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slice does each group take, and what does it report?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816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50610"/>
                <a:gridCol w="3917980"/>
                <a:gridCol w="546239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 group reports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First and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Kothrud, morning; Kothrud, evening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five pairs above the slice's floor, with support and lift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Third and fourth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Baner, morning; Hinjewadi, night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same, and one pair that moved against the city ranking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Fifth and sixth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Hadapsar, week three; Hadapsar, week four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happened to curd's pairs in the stock-out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Any further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zone and band of the group's choice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five, and whether the city's three slots still lead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2" name="Oval 1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4" name="Oval 1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6" name="Oval 1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slices agree on, and what they do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findings survive slicing, and which belong to one slice?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SURVIVES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Milk's lift near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 every band, bread with milk reads about 1.04.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SURVIVES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top two pairs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Chips with cold drink and coriander with green chillies lead every one of the six slices.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ONE SLICE ONLY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Curd in Hadapsar, week three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49250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Curd falls to 0.2 percent of carts, then 28 percent in week four: a stock-out, never a change in taste.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THIN GROUND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Hinjewadi at night, 649 carts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49250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Three pairs resting on 7 to 10 carts each slip in above bread with butter.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Why is a storm's sale no pair rule?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Why is a sale that jumps before a storm a forecasting question rather than a pair rule?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Walmart stocked Pop-Tarts before Hurricane Frances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Walmart see, and what did it do with it?</a:t>
            </a:r>
          </a:p>
        </p:txBody>
      </p:sp>
      <p:pic>
        <p:nvPicPr>
          <p:cNvPr id="9" name="mermaid diagram" descr="4a719b52eb0b4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100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03382"/>
            <a:ext cx="11130991" cy="132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Walmart's analysts had seen strawberry Pop-Tart sales rise about seven times before Hurricane Charley, so when Hurricane Frances was forecast the chain shipped extra Pop-Tarts to the stores in its path (OpenStax, checked 12 October 2026). The decision moved stock ahead of the storm; a wrong forecast would have left it on the wrong shelves.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pair holds weekly; a storm's sale needs a forecast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each kind of pattern belong this week?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 PAIR RULE, TODAY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Chips with cold drink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Found together in about 5 percent of carts, week after week.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AN EVENT, FRIDAY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Pop-Tarts before a storm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Sales jump around a known future event, which a forecast with the event in it captures.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FRIDAY'S METHOD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Line up the event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Compare each week with the same distance from the event, never the same calendar week.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WHAT STAYS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events are two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pattern seen twice is thin ground, as a pair on 100 carts is.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How do you answer a redesign?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 you answer a category manager who is sure the strip needs a new layout?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sentences that sound 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category manager say, and which parts 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103631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1036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click-through fell because shoppers buy differently after the monsoon. The strip needs a redesign; our team has mocked up a two-row layout that sits higher on the page. We can run it next week.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3944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first sentence names a cause the log can test. The second proposes a fix for a problem nobody has shown. The third is a test, which is the part worth keeping.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4" name="Oval 13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6" name="Oval 15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8" name="Oval 17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four moves, answered from the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the growth lead answer without dismissing the manager?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ear_2c90737cfd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RESTATE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Habits may have shifted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monsoon ended inside the window, so a change in habits is possible.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_a266b7a044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fall sits in milk's slots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3466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Milk slots clicked 1.2 percent; every other slot 6.4, up from 6.2 before the change.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handshake_e365765057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CONCEDE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Position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Slot 1 draws 8.2 percent against 5.4 for slot 3, so a layout is worth testing on its own.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8556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refresh-cw_c3ada071ae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WOULD CHANGE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If other slots fell too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Had the non-milk slots fallen with milk's, the habits story would lead.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5" name="Oval 34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7" name="Oval 36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9" name="Oval 38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chart that settles the dispute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picture answers "shoppers changed"?</a:t>
            </a:r>
          </a:p>
        </p:txBody>
      </p:sp>
      <p:pic>
        <p:nvPicPr>
          <p:cNvPr id="9" name="mermaid diagram" descr="C2_W04_D03_ctr_by_slot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1568" y="1664208"/>
            <a:ext cx="9408557" cy="3215640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916424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Click-through by slot position: before the change, milk after, everything else 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In every slot, suggestions other than milk clicked as well after the change as before; milk clicked low in all three. Shoppers who had changed their habits would have stopped clicking everything. A new layout is worth a test of its own; it is not what fell.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4" name="Oval 13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6" name="Oval 15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8" name="Oval 17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fallback leaves the room with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room keep from the four parts?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TRIAL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Four decisions before day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49250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Where, how long, against what, and what voids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SLICES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 ground moves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city's three slots survive; curd's dip belongs to one zone and week.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STORM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 event needs a forecast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Friday's question, with Diwali as the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DISPUTE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Four moves, one chart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log settles what fell; a layout earns its own test.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