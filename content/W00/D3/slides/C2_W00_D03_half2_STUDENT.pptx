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A. The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3. Half two: four minutes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Two minutes on you, two on one thing you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c64bf13088fde2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10820095" cy="89799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671930"/>
          <a:ext cx="10820094" cy="16794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75031"/>
                <a:gridCol w="7145063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they cover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Two on you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Who you are, what you have done so far, and the role you are here to become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Two on the thing you built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What it did, your own part in it, one thing that broke, and what you would change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607410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Any project counts: a college assignment, an internship task, a script that saved someone an hour.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3. Half two: four minutes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B. Two versions of one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3. Half two: four minutes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What is missing from this version?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75280"/>
            <a:ext cx="10820095" cy="598424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875280"/>
            <a:ext cx="50292" cy="59842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966720"/>
            <a:ext cx="10362895" cy="452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2B4A7D"/>
                </a:solidFill>
                <a:latin typeface="Calibri"/>
              </a:rPr>
              <a:t>Question. </a:t>
            </a:r>
            <a:r>
              <a:rPr sz="2000" b="0">
                <a:solidFill>
                  <a:srgbClr val="1C1C1A"/>
                </a:solidFill>
                <a:latin typeface="Calibri"/>
              </a:rPr>
              <a:t>Name the two things an interviewer would ask about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38296"/>
            <a:ext cx="41148" cy="1167384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638296"/>
            <a:ext cx="10545775" cy="1167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"For our final-year project we built an app for the college fest. We used Python and Firebase, with the front end in Flutter. It was a great team effort, it went really well, and we learned a lot about teamwork and new technologies."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3. Half two: four minutes 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Answer: your own part, and what broke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820094" cy="2971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17622"/>
                <a:gridCol w="7602472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the story needs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The second version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What it did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"The registration page for our college fest, which about 400 students used in its first week."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Your own part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"I built the form and the table behind it; two friends did the design and the payment step."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What broke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"The confirmation email landed in spam for the first hundred sign-ups, because the college's mail server did not recognise our sending address."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What you would change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"I moved sending to the college's own mail account. Next time I would send a test email to five different inboxes before opening registration."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855464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first version says "we" throughout and nothing went wrong, so the listener learns nothing about the speaker.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3. Half two: four minutes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C. The clock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3. Half two: four minutes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Four minutes, then the next speaker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655824"/>
          <a:ext cx="10820094" cy="1548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97644"/>
                <a:gridCol w="8122450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Three minutes in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 card goes up: one minute left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Four minutes in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next speaker starts, finished or not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While you listen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Note two people whose project you want to ask about over lunch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460240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order of speakers is on the screen before the first one starts.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3. Half two: four minutes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