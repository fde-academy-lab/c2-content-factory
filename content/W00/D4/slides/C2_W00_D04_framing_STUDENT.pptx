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The 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0, Day 4. The warden's mess: the problem before 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"I want an app that predicts how many will eat"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27632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warden of a student hostel: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20544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320544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"Our mess throws away about a fifth of what it cooks. I want an app that predicts how many students will eat."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06064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mess manager adds: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998975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998975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"Students skip dinner without telling anyone, and the vendor bills us for what we order, eaten or not."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984495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You are the engineer in the room. For the first twenty minutes you may ask anything, and you may propose nothing.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The warden's mess: the problem before the 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Twenty minutes of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0, Day 4. The warden's mess: the problem before 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Ask first: the ask arrives with its answer attached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40e00ebc0e020d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84679"/>
            <a:ext cx="10820095" cy="1054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585337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warden has already chosen a solution. Your first job is to find the problem it was chosen for, and whether it is the right one.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Every answer you get in the next twenty minutes comes only from a question someone asked.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The warden's mess: the problem before the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The four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0, Day 4. The warden's mess: the problem before 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Four questions come before any proposal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dd41ac289d1eb5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5207" y="1627632"/>
            <a:ext cx="3093825" cy="4425696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1244" y="1965960"/>
          <a:ext cx="5734649" cy="37490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19110"/>
                <a:gridCol w="3015539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For the warden's mess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pain or the decision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Money spent on food nobody eats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people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warden, the mess manager, the vendor, the students, the mess committee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number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Plates thrown away each week, and the bill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116433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unknowns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What the records show, how early the vendor needs a count, who must agree to a new rule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The warden's mess: the problem before the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Known, assumed or must ask?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10820095" cy="850899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627632"/>
            <a:ext cx="50292" cy="850899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719072"/>
            <a:ext cx="10362895" cy="7045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1700" b="0">
                <a:solidFill>
                  <a:srgbClr val="1C1C1A"/>
                </a:solidFill>
                <a:latin typeface="Calibri"/>
              </a:rPr>
              <a:t>Sort the eight statements. Known means someone who would know has said it; assumed means nobody has checked it; must ask means only the owner can fill the gap.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85800" y="2643124"/>
          <a:ext cx="10820095" cy="3172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77240"/>
                <a:gridCol w="10042855"/>
              </a:tblGrid>
              <a:tr h="35255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Statement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The mess cooks for all 240 students every night.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About a fifth of the food is thrown away.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Students would use an app to say they are skipping dinner.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The vendor bills for every plate ordered, eaten or not.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Weekends waste the most.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Who has to agree before students are asked to do anything new?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How early does the vendor need the next day's count?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Students skip dinner without telling anyone.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The warden's mess: the problem before the solution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three known, three assumed, two must ask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094484"/>
          <a:ext cx="10820094" cy="23256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76307"/>
                <a:gridCol w="4852711"/>
                <a:gridCol w="2391076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Known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Assumed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Must ask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1, the mess manager cooks for all 240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2, the warden's estimate until the register is read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6, who must agree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4, the mess manager knows the bill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3, nobody has asked a student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7, the vendor's deadline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8, the mess manager sees it nightly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5, a guess until the register is read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67614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An assumption becomes a fact the moment someone checks it. The mess keeps a register of plates served each night, so statements 2 and 5 can be checked this week.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The warden's mess: the problem before the 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D. Stated and real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0, Day 4. The warden's mess: the problem before 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stated problem and the real 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2f2d12bc81e39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69371"/>
            <a:ext cx="4652640" cy="1542216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1244" y="2418588"/>
          <a:ext cx="5734650" cy="28437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27680"/>
                <a:gridCol w="2403485"/>
                <a:gridCol w="2403485"/>
              </a:tblGrid>
              <a:tr h="387096"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In the warden's words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Underneath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ask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"An app that predicts how many students will eat"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way to order closer to what is eaten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cause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"Students skip dinner without telling anyone"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Nobody has a way to tell the mess in time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cost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"The vendor bills us for what we order"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Every uneaten plate is paid for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The warden's mess: the problem before the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cheapest fix may need no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094484"/>
          <a:ext cx="10820094" cy="23256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021427"/>
                <a:gridCol w="5021427"/>
                <a:gridCol w="777240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it takes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Model?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sign-out each morning on the mess group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One message a day from each student who will skip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Cook each weekday's recent average, plus a small margin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mess register and a calculator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An app that predicts attendance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Data, a model, an app, and someone to keep it running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67614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first two could start next week. Choosing between the three is the weekend project's work; today's work is being sure the problem underneath is the right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The warden's mess: the problem before the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Write it for the warden's ask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360928"/>
            <a:ext cx="10820095" cy="95910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360928"/>
            <a:ext cx="50292" cy="9591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3452368"/>
            <a:ext cx="10362895" cy="812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Write the stated problem, a candidate real problem, and five questions ranked by importance, each with the decision its answer would change.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The warden's mess: the problem before the 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Answer: one strong version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78355"/>
            <a:ext cx="10820095" cy="50825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78355"/>
            <a:ext cx="50292" cy="50825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169795"/>
            <a:ext cx="10362895" cy="3619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2B4A7D"/>
                </a:solidFill>
                <a:latin typeface="Calibri"/>
              </a:rPr>
              <a:t>Stated: </a:t>
            </a:r>
            <a:r>
              <a:rPr sz="1500" b="0">
                <a:solidFill>
                  <a:srgbClr val="1C1C1A"/>
                </a:solidFill>
                <a:latin typeface="Calibri"/>
              </a:rPr>
              <a:t>predict how many students will eat dinner.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751201"/>
            <a:ext cx="10820095" cy="77876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751201"/>
            <a:ext cx="50292" cy="7787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2842641"/>
            <a:ext cx="10362895" cy="632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2B4A7D"/>
                </a:solidFill>
                <a:latin typeface="Calibri"/>
              </a:rPr>
              <a:t>Real, as a candidate: </a:t>
            </a:r>
            <a:r>
              <a:rPr sz="1500" b="0">
                <a:solidFill>
                  <a:srgbClr val="1C1C1A"/>
                </a:solidFill>
                <a:latin typeface="Calibri"/>
              </a:rPr>
              <a:t>the mess orders food for all 240 students because it has no signal of who is coming, and the vendor bills for every plate.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85800" y="3694557"/>
          <a:ext cx="10820094" cy="19080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77240"/>
                <a:gridCol w="5679591"/>
                <a:gridCol w="4363263"/>
              </a:tblGrid>
              <a:tr h="31800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The decision its answer changes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How many plates are thrown away, and on which nights?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Whether the fix is needed every night or only some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How early does the vendor need the count, and can that move?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How late a signal can arrive and still help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Who has to agree before students are asked to do something new?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Whether a sign-out rule is possible at 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Which number would tell you it is fixed, by how much, and by when?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What to measure, and when to stop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How do students tell anyone today that they will skip?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Whether to build on a habit that already exists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The warden's mess: the problem before the 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E. Your card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0, Day 4. The warden's mess: the problem before 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problem card, due Saturday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82b7eae345eddf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56259"/>
            <a:ext cx="10820095" cy="96636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768925"/>
            <a:ext cx="10820095" cy="1255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One page, handed in on Saturday: a real problem from a field you know, the four questions answered for it, the stated problem and a candidate real problem written apart, and the three questions you would ask first.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The warden's mess: the problem before the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