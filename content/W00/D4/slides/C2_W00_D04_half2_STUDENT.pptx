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A. The month's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Four weeks of the log, five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82012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librarian, before the library committee meets: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74924"/>
            <a:ext cx="41148" cy="1167384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074924"/>
            <a:ext cx="10545775" cy="1167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"The committee wants the month, not the week. Which departments borrow most, and who keeps books longest? Which students are our regulars? And which departments return books late?"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8612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issues table now holds four weeks: 38 issues, and a fourth department, Commerce, from week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Written in one order, run in another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0ec68df931861b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9625"/>
            <a:ext cx="10820095" cy="81484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3350775"/>
          <a:ext cx="10820094" cy="7741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10047"/>
                <a:gridCol w="5410047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You write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Postgres runs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SELECT, FROM, WHERE, GROUP BY, HAVING, ORDER BY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FROM, WHERE, GROUP BY, HAVING, SELECT, ORDER BY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380999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Almost every surprise in this half is a clause doing its work at a different moment from the one you pictured.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B. Which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WHERE keeps the rows its condition calls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15160"/>
            <a:ext cx="10820095" cy="1698752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15160"/>
            <a:ext cx="50292" cy="1698752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015744"/>
            <a:ext cx="10417759" cy="151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issue_id, student, book, days_kept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WHERE dept = 'Science'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AND days_kept &gt; 14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ORDER BY days_kept DESC;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78504"/>
            <a:ext cx="10820095" cy="1987295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778504"/>
            <a:ext cx="50292" cy="1987295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879088"/>
            <a:ext cx="10417759" cy="1804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issue_id | student |   book    | days_kept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----------+---------+-----------+-----------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 7 | S05     | Chemistry |        21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17 | S02     | Chemistry |        19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21 | S05     | Physics   |        17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 9 | S02     | Physics   |       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Three more ways to say which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55824"/>
          <a:ext cx="10820094" cy="1548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370844"/>
                <a:gridCol w="5094771"/>
                <a:gridCol w="1354479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Keeps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Rows back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book IN ('Economics', 'Accounts')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value from the list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5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days_kept BETWEEN 10 AND 14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value in the range, both ends included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11 rows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dept = 'Arts' OR dept = 'Commerce'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either condition true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16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460240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Text always sits in single quotes, as the first half showed.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How many books were kept between 10 and 14 days?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186684"/>
            <a:ext cx="10820095" cy="59842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186684"/>
            <a:ext cx="50292" cy="59842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78124"/>
            <a:ext cx="10362895" cy="452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2000" b="0">
                <a:solidFill>
                  <a:srgbClr val="1C1C1A"/>
                </a:solidFill>
                <a:latin typeface="Calibri"/>
              </a:rPr>
              <a:t>Predict the count before running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49700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949700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050284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COUNT(*) FROM issues WHERE days_kept BETWEEN 10 AND 14;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11, because both ends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e66b1f03be51cc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23405"/>
            <a:ext cx="10820095" cy="10320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801779"/>
            <a:ext cx="10820095" cy="1255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Issues 19 and 36 were kept exactly 10 days and issues 5, 14 and 35 exactly 14, and all five count. With the ends left out, days_kept &gt; 10 AND days_kept &lt; 14, the count is 6.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C. In what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ORDER BY on more than one column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2696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2696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113280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dept, issue_id, days_kept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ORDER BY dept, days_kept DESC, issue_id;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298952"/>
          <a:ext cx="10820094" cy="1548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64824"/>
                <a:gridCol w="8255270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dept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Arts, then Commerce, then Maths, then Science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days_kept DESC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inside each department, the longest keep first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issue_id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settles the two Science books kept exactly 14 days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10336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Each column after the first only breaks ties left by the ones before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D. One row per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Five aggregates, one row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29612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29612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30196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COUNT(*), SUM(days_kept), MIN(days_kept), MAX(days_kept),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ROUND(AVG(days_kept), 1)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515868"/>
          <a:ext cx="10820095" cy="1935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634207"/>
                <a:gridCol w="4185888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Aggregate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COUNT(*)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38 issues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SUM(days_kept)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452 days out in all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MIN(days_kept) and MAX(days_kept)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3 and 23 days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ROUND(AVG(days_kept), 1)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11.9 days on average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GROUP BY turns one answer into one per department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14bd9738dbc27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0112"/>
            <a:ext cx="4652640" cy="22007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71244" y="2453640"/>
            <a:ext cx="5734650" cy="1698752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71244" y="2453640"/>
            <a:ext cx="50292" cy="1698752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8988" y="2554224"/>
            <a:ext cx="5332314" cy="151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dept, COUNT(*) AS issues, ROUND(AVG(days_kept), 1) AS average_days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GROUP BY dept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ORDER BY issues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1244" y="4316984"/>
            <a:ext cx="5734650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Maths borrows most, 12 issues; Science keeps longest, 13.5 days on average.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Two columns make smaller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97912"/>
            <a:ext cx="10820095" cy="1410208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97912"/>
            <a:ext cx="50292" cy="1410208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698496"/>
            <a:ext cx="10417759" cy="122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dept, week, COUNT(*) AS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GROUP BY dept, week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ORDER BY dept, week;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2712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Fourteen rows come back, one for each department in each week it borrowed. Commerce has only two, weeks 3 and 4, because it first borrowed in week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E. Groups that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HAVING keeps the groups its condition calls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10820095" cy="1518412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50292" cy="1518412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728216"/>
            <a:ext cx="10417759" cy="1335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SELECT student, COUNT(*) AS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GROUP BY student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HAVING COUNT(*) &gt;= 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ORDER BY issues DESC, student;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310636"/>
            <a:ext cx="10820095" cy="1518412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310636"/>
            <a:ext cx="50292" cy="1518412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411220"/>
            <a:ext cx="10417759" cy="1335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student |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---------+--------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S02     |      6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S01     |      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S03     |     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93640"/>
            <a:ext cx="10820095" cy="51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C1C1A"/>
                </a:solidFill>
                <a:latin typeface="Calibri"/>
              </a:rPr>
              <a:t>WHERE filters rows before the groups exist, and HAVING filters the groups after they 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Both filters in one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7cb201793a2da0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10820095" cy="9496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2723613"/>
            <a:ext cx="10820095" cy="1987295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23613"/>
            <a:ext cx="50292" cy="1987295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824197"/>
            <a:ext cx="10417759" cy="1804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dept, SUM(days_kept - 14) AS late_days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WHERE days_kept &gt; 14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GROUP BY dept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HAVING SUM(days_kept - 14) &gt; 10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ORDER BY late_days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75501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Science 17, Maths 16 and Arts 11. Commerce's one late book adds 9, which stays under the bar.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Why does this query fail?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10820095" cy="95910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51760"/>
            <a:ext cx="50292" cy="9591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743200"/>
            <a:ext cx="10362895" cy="81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2000" b="0">
                <a:solidFill>
                  <a:srgbClr val="1C1C1A"/>
                </a:solidFill>
                <a:latin typeface="Calibri"/>
              </a:rPr>
              <a:t>The departments sorted by name, with a count each. Read the error before reading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75456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775456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876040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dept, COUNT(*) FROM issues ORDER BY dept GROUP BY dept;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84624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484624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585208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ERROR:  syntax error at or near "GROUP"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the written order of clauses is 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477b12daa96b0b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21534"/>
            <a:ext cx="10820095" cy="780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448482"/>
            <a:ext cx="10820095" cy="171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ORDER BY always comes last in what you write, so Postgres met GROUP BY where nothing may follow the sort. Moving ORDER BY dept to the end fixes it.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"Syntax error at or near" names the first word Postgres could not place, which is usually just after the real mistake.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C1C1A"/>
                </a:solidFill>
                <a:latin typeface="Calibri"/>
              </a:rPr>
              <a:t>Your 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807208"/>
          <a:ext cx="10820094" cy="2066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99551"/>
                <a:gridCol w="9120543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Each query of this half, in C2_W00_D04_02_brushup_STUDENT.sql, with the answer to expect in its comment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Twelve questions on the month's log, answered as letters, then checked by running them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committee's last question: which departments return books late, with the late days per department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two: SQL, the clauses and the order they run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