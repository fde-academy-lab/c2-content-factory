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A. The new 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0, Day 4. Half one: the librarian's questions, asked in 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log has moved into a database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554732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college librarian, the morning after your function worked: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247644"/>
            <a:ext cx="41148" cy="1167384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247644"/>
            <a:ext cx="10545775" cy="1167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"The office has moved the issue log into the library's database, and it grows every week. Can the same three numbers come straight out of the database, for any week I ask about, without anyone copying rows into a notebook?"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561332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database is Postgres. The language it answers in is SQL.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one: the librarian's questions, asked in SQL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The same log, two shapes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1b44161c3eb0a3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321689"/>
            <a:ext cx="4652640" cy="103758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71244" y="2353564"/>
          <a:ext cx="5734649" cy="180746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50617"/>
                <a:gridCol w="2484032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Python on Wednesday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SQL today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log, a list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issues, a table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{"dept": "Maths", ...}, a dictionary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one row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issue["days_kept"]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column days_kept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771244" y="4417060"/>
            <a:ext cx="5734650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table holds four weeks: week 1 is Wednesday's class log, row for row.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one: the librarian's questions, asked in 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B. A table in your codespace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0, Day 4. Half one: the librarian's questions, asked in 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Six ticks, about fifteen minutes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597ba8f0daf87a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618093"/>
            <a:ext cx="10820095" cy="104269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3807091"/>
            <a:ext cx="10820095" cy="1255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setup sheet has every command and what you should see after it. The server does not start by itself, so a stopped codespace needs sudo service postgresql start again.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one: the librarian's questions, asked in SQL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C. One row, one record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0, Day 4. Half one: the librarian's questions, asked in 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Ask for columns, and say which rows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012696"/>
            <a:ext cx="10820095" cy="1121664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012696"/>
            <a:ext cx="50292" cy="11216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113280"/>
            <a:ext cx="10417759" cy="938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issue_id, student, book, dept, days_kept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FROM issues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WHERE week = 1;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3298952"/>
          <a:ext cx="10820094" cy="1548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60725"/>
                <a:gridCol w="8159369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Clause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Says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SELECT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which columns come back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FROM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which table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which rows count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5103368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Eight rows come back: Wednesday's class log, from the database.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one: the librarian's questions, asked in SQL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How many issues did Maths have in week 1?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186684"/>
            <a:ext cx="10820095" cy="598424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186684"/>
            <a:ext cx="50292" cy="59842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3278124"/>
            <a:ext cx="10362895" cy="4521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2B4A7D"/>
                </a:solidFill>
                <a:latin typeface="Calibri"/>
              </a:rPr>
              <a:t>Question. </a:t>
            </a:r>
            <a:r>
              <a:rPr sz="2000" b="0">
                <a:solidFill>
                  <a:srgbClr val="1C1C1A"/>
                </a:solidFill>
                <a:latin typeface="Calibri"/>
              </a:rPr>
              <a:t>This line looks right. Predict what Postgres prints.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949700"/>
            <a:ext cx="10820095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3949700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4050284"/>
            <a:ext cx="10417759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COUNT(*) FROM issues WHERE week = 1 AND dept = "Maths";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one: the librarian's questions, asked in SQL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Answer: an error, because double quotes name a column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56968"/>
            <a:ext cx="10820095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156968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257552"/>
            <a:ext cx="10417759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ERROR:  column "Maths" does not exist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866136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In SQL, double quotes wrap the name of a column or a table. Single quotes wrap text.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904488"/>
            <a:ext cx="10820095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904488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4005072"/>
            <a:ext cx="10417759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COUNT(*) FROM issues WHERE week = 1 AND dept = 'Maths';   -- 4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613656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Python accepts either kind of quote around text. Postgres gives each kind a different job.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one: the librarian's questions, asked in SQL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D. Three questions, twice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0, Day 4. Half one: the librarian's questions, asked in 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How many issues? A count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271776"/>
            <a:ext cx="10820095" cy="1121664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271776"/>
            <a:ext cx="50292" cy="11216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372360"/>
            <a:ext cx="10417759" cy="938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count = 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for issue in log: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count = count + 1        # 8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558032"/>
            <a:ext cx="10820095" cy="1121664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3558032"/>
            <a:ext cx="50292" cy="11216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658616"/>
            <a:ext cx="10417759" cy="938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COUNT(*) AS issues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FROM issues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WHERE week = 1;              -- 8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844288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loop's start, update and finish all live inside COUNT(*).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one: the librarian's questions, asked in SQL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Which department borrows most? A count per group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1508e9689edc5e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27632"/>
            <a:ext cx="10820095" cy="84402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2617958"/>
            <a:ext cx="10820095" cy="1518412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617958"/>
            <a:ext cx="50292" cy="1518412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718542"/>
            <a:ext cx="10417759" cy="13355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SELECT dept, COUNT(*) AS issues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FROM issues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WHERE week = 1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GROUP BY dept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ORDER BY issues DESC, dept;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300962"/>
            <a:ext cx="10820095" cy="1518412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4300962"/>
            <a:ext cx="50292" cy="1518412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4401546"/>
            <a:ext cx="10417759" cy="13355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  dept   | issues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---------+--------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 Maths   |      4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 Arts    |      2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 Science |     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one: the librarian's questions, asked in SQL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How many days late in week 1?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573528"/>
            <a:ext cx="10820095" cy="959104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573528"/>
            <a:ext cx="50292" cy="9591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664968"/>
            <a:ext cx="10362895" cy="812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2B4A7D"/>
                </a:solidFill>
                <a:latin typeface="Calibri"/>
              </a:rPr>
              <a:t>Question. </a:t>
            </a:r>
            <a:r>
              <a:rPr sz="2000" b="0">
                <a:solidFill>
                  <a:srgbClr val="1C1C1A"/>
                </a:solidFill>
                <a:latin typeface="Calibri"/>
              </a:rPr>
              <a:t>The loan is 14 days. Which two lines turn the Python below into one query?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697224"/>
            <a:ext cx="10820095" cy="1410208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3697224"/>
            <a:ext cx="50292" cy="1410208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3797808"/>
            <a:ext cx="10417759" cy="1227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late = 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for issue in log: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if issue["days_kept"] &gt; 14: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 late = late + (issue["days_kept"] - 14)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one: the librarian's questions, asked in SQL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Answer: the if becomes WHERE, the total becomes SUM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10820095" cy="126593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627632"/>
            <a:ext cx="50292" cy="126593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728216"/>
            <a:ext cx="10417759" cy="1083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SELECT SUM(days_kept - 14) AS late_days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FROM issues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WHERE week = 1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  AND days_kept &gt; 14;        -- 13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058160"/>
            <a:ext cx="10820095" cy="51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C1C1A"/>
                </a:solidFill>
                <a:latin typeface="Calibri"/>
              </a:rPr>
              <a:t>Issue 3 adds 6 and issue 7 adds 7: 13, the same number the function returned.</a:t>
            </a:r>
          </a:p>
        </p:txBody>
      </p:sp>
      <p:pic>
        <p:nvPicPr>
          <p:cNvPr id="11" name="Picture 10" descr="223aefecd6db2d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269" y="3699256"/>
            <a:ext cx="10107156" cy="2354072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one: the librarian's questions, asked in SQL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E. Every week at once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0, Day 4. Half one: the librarian's questions, asked in 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The same numbers every week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10820095" cy="126593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50292" cy="126593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1728216"/>
            <a:ext cx="10417759" cy="1083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SELECT week, COUNT(*) AS issues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FROM issues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GROUP BY week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ORDER BY week;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058160"/>
            <a:ext cx="10820095" cy="1770887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3058160"/>
            <a:ext cx="50292" cy="1770887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158744"/>
            <a:ext cx="10417759" cy="1588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 week | issues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------+--------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    1 |      8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    2 |     10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    3 |     10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    4 |    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993639"/>
            <a:ext cx="10820095" cy="8067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C1C1A"/>
                </a:solidFill>
                <a:latin typeface="Calibri"/>
              </a:rPr>
              <a:t>Wednesday wrapped the loop in a function so next week could reuse it. Grouping by week answers every week in one query.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one: the librarian's questions, asked in SQL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Each Python move has a clause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7f0f8e6a88677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349041"/>
            <a:ext cx="4652640" cy="2982877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71244" y="2679192"/>
          <a:ext cx="5734649" cy="23225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382458"/>
                <a:gridCol w="2352191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In Python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In SQL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loop over the records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FROM issues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if inside the loop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running count or total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COUNT(*), SUM(...)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dictionary keyed by department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GROUP BY dept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sorted(..., reverse=True)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ORDER BY ... DESC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one: the librarian's questions, asked in SQL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Your turn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807208"/>
          <a:ext cx="10820094" cy="20665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410047"/>
                <a:gridCol w="5410047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What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five queries of this half, with the answer each should print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C2_W00_D04_01_librarian_STUDENT.sql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same questions in Python and SQL, side by side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demo notebook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Whose books spend the most days out, in SQL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Change one word of S8's query and check for Maths 42, Science 35, Arts 14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one: the librarian's questions, asked in SQL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