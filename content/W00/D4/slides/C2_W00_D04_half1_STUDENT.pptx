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new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log has moved into a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547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college librarian, the morning after your function worked: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7644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47644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office has moved the issue log into the library's database, and it grows every week. Can the same three numbers come straight out of the database, for any week I ask about, without anyone copying rows into a notebook?"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613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database is Postgres. The language it answers in is SQL.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same log, two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db161edab7ef3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21689"/>
            <a:ext cx="4652640" cy="10375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53564"/>
          <a:ext cx="5734649" cy="1807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50617"/>
                <a:gridCol w="248403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Python on Wednesday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SQL 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log, a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issues, a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{"dept": "Maths", ...}, a dictionary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issue["days_kept"]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column days_kept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41706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table holds four weeks: week 1 is Wednesday's class log, row for row.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A table in your codespace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Six ticks, about fifteen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9ee42a639189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18093"/>
            <a:ext cx="10820095" cy="10426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07091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setup sheet has every command and what you should see after it. The server does not start by itself, so a stopped codespace needs sudo service postgresql start again.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One row, one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Ask for columns, and say which rows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1269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269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1328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issue_id, student, book, dept,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week = 1;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8952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60725"/>
                <a:gridCol w="815936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Says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SELECT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columns come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rows 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1033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Eight rows come back: Wednesday's class log, from the database.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many issues did Maths have in week 1?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6684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6684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8124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This line looks right. Predict what Postgres prints.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4970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94970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05028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issues WHERE week = 1 AND dept = "Maths";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an error, because double quotes name a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5696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15696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5755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column "Maths" does not 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6613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 SQL, double quotes wrap the name of a column or a table. Single quotes wrap 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90448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90448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00507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issues WHERE week = 1 AND dept = 'Maths';   -- 4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136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Python accepts either kind of quote around text. Postgres gives each kind a different job.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Three questions,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How many issues? A 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7177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7177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7236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issue in log: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 = count + 1        # 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58032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58032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58616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AS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week = 1;              -- 8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442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loop's start, update and finish all live inside COUNT(*).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department borrows most? A count per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99efd3760c3da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8440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2617958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617958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718542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dept, COUNT(*) AS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WHERE week = 1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GROUP BY dept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ORDER BY issues DESC, dept;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00962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300962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401546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dept   |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---------+--------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Maths   |      4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Arts    |      2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Science |     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many days late in week 1?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735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5735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6649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loan is 14 days. Which two lines turn the Python below into one query?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697224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697224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797808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late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issue in log: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issue["days_kept"] &gt; 14: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late = late + (issue["days_kept"] - 14)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if becomes WHERE, the total becomes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8b6d5fbe7648a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5975"/>
            <a:ext cx="4652640" cy="11890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771244" y="2597912"/>
            <a:ext cx="5734650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71244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08988" y="2698496"/>
            <a:ext cx="5332314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SUM(days_kept - 14) AS late_days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week =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AND days_kept &gt; 14;        -- 13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1244" y="4172712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Issue 3 adds 6 and issue 7 adds 7: 13, the same number the function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Every week at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numbers every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26593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26593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083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week, COUNT(*) AS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GROUP BY week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ORDER BY week;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58160"/>
            <a:ext cx="10820095" cy="1770887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058160"/>
            <a:ext cx="50292" cy="1770887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158744"/>
            <a:ext cx="10417759" cy="1588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week |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------+--------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1 |      8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2 |     10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3 |     10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4 |    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93639"/>
            <a:ext cx="10820095" cy="80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Wednesday wrapped the loop in a function so next week could reuse it. Grouping by week answers every week in one query.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Each Python move has a clause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5baefeb2a6c66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9041"/>
            <a:ext cx="4652640" cy="298287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679192"/>
          <a:ext cx="5734649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82458"/>
                <a:gridCol w="235219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 Python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 SQL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loop over the records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FROM issues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if inside the loop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running count or total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COUNT(*), SUM(...)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dictionary keyed by department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GROUP BY dept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sorted(..., reverse=True)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 BY ... DESC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Your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07208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10047"/>
                <a:gridCol w="541004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five queries of this half, with the answer each should print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C2_W00_D04_01_librarian_STUDENT.sql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questions in Python and SQL, side by side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demo notebook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Whose books spend the most days out,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Change one word of S8's query and check for Maths 42, Science 35, Arts 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one: the librarian's questions, asked in 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