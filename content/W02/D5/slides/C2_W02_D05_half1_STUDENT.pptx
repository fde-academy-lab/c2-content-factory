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Three things, no login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Meera's office runs on Excel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"Monday's growth review deck needs three things I can open on my laptop without a login: the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31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31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revenue tree by segment for both quarters, the top-fifty protect list with a lookup so I 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986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986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find any member by id, and one number on the front page with its trend. Nothing that needs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8419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58419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Python."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415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Her chief of staff. This is not a downgrade. It is the last mile.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one sentence that raises the stakes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652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0652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"If a director changes an assumption in the room, the sheet must recalculate in front of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50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Live, in front of people, with somebody's hand on the keyboard.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senior analyst repeats yesterday's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7251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57251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"Everything you built this week has to survive a room that only has Excel. Which parts belong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5580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580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Excel, which parts must never be in Excel, and how do you keep the two from drifting apart?"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4355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Yesterday's tool note becomes a team operating rule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Excel is for, and what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14684cf1e73ee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463" y="3675887"/>
            <a:ext cx="2940769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reason is one sentence long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sheet with a typed-over cell has no audit trail.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Somebody can change a number in a cell and the formula that used to sit there is gone, with no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record that it ever existed. Every other objection to spreadsheets is a consequence of that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table underneath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Two exports arrived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c1c432ea6dd88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085" y="1517904"/>
            <a:ext cx="9215524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Yesterday's customer table, clean. And a raw export of orders joined to payments, straight from the warehouse. They look equally usable. One of them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Build the pivot on the raw export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Segment down the side, quarter across the top, revenue in the middle. Thirty seconds of clicking.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total is higher than the warehouse says.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is Tuesday, in a spreadsheet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ba8bb36c5e0ae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9769"/>
            <a:ext cx="10820095" cy="830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4629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fan-out did not go away. It moved into a file that makes it invisible.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pivot is only as honest as the table under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pivot did nothing wrong. It summed the column it was given, across the rows it was given.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check you would run on the pivot passes. The problem was upstream and arrived in the 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is why the export is part of the deliverable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47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you hand somebody a CSV, you are handing them every decision you made about grain.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"One row per order" and "one row per order-payment" look identical in a file browser and produce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totals that differ by a factor of two. Write the grain into the filename or into the first sheet.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Rebuilt on the clean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clicks, same layout, and now the total matches the warehouse.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about Excel changed. The table under it did.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lookup that fails quietly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chief of staff wants to find a member by 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20344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20344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0403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=XLOOKUP(H2, A:A, C:C)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26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Find H2 in column A, return the matching value from column 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One member id is not in the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member who has not ordered in the two quarters is absent from the customer table, which is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correct: the table is built from orders.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Type their id into the lookup and see what happens.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It depends entirely on the fifth 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84251"/>
                <a:gridCol w="493584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Written as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On a missing id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#N/A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C:C, "not found")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your words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=XLOOKUP(H2, A:A, C:C, , 1)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Returns the </a:t>
                      </a:r>
                      <a:r>
                        <a:rPr sz="1500" b="1">
                          <a:solidFill>
                            <a:srgbClr val="1C1C1A"/>
                          </a:solidFill>
                          <a:latin typeface="Calibri"/>
                        </a:rPr>
                        <a:t>next larger</a:t>
                      </a:r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one is the dangerous one, and it is the one people copy from a tutorial.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the neighbour is worse than the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1e978b5634416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1627632"/>
            <a:ext cx="10820095" cy="20599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33915"/>
            <a:ext cx="10820095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#N/A is ugly and truthful. A neighbouring member's data is tidy and wrong, and it carries a real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name, a real spend and a real segment.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Nobody questions a row that looks complete. That is the whole failure, and it is why the fourth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argument gets filled in rather than left empty.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half one leaves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da65133d56f32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42670"/>
            <a:ext cx="10820095" cy="14832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572178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build a pivot on the right table, say why the wrong one doubled, and write a lookup that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fails visibly rather than plausibly.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puts one number on a front page and writes the rule that keeps all of it from drifting.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5. Half one: the last mile, and the pivot that 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