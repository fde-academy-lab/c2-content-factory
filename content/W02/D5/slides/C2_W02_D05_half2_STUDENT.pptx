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One number, read correctly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front page carries one 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director reads it in about two minutes, between two other meetings, and repeats it in a third.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Whatever they repeat is what the number means from then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 bare number cannot be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290eeefb0452e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068" y="1517904"/>
            <a:ext cx="7609558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&gt; Revenue: Rs 9.84 crore Of what. Over what period. Compared with what. Three questions, and the number answers none of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three things a number needs beside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2eecc1d83246b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126" y="3675887"/>
            <a:ext cx="3353441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same figure, readable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6387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56387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 i="1">
                <a:solidFill>
                  <a:srgbClr val="5F6360"/>
                </a:solidFill>
                <a:latin typeface="Calibri"/>
              </a:rPr>
              <a:t>Rs 9.84 crore</a:t>
            </a:r>
            <a:r>
              <a:rPr sz="1900" b="0" i="1">
                <a:solidFill>
                  <a:srgbClr val="5F6360"/>
                </a:solidFill>
                <a:latin typeface="Calibri"/>
              </a:rPr>
              <a:t> collected in Q2 across 462 orders, against Rs 10.00 crore in Q1, a fall of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54939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54939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1.6 percent.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0674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Same number. Now it can be repeated in a meeting you are not in without changing meaning.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sentence beside it does the work the chart cannot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4704"/>
            <a:ext cx="10820095" cy="2511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trend line shows direction. It does not say whether the direction matters, and a director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reading a falling line will supply their own reason for it if you do not supply one.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sentence, and it names the branch: frequency in Retail-Plus, not customer count.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The director's hand on the keyboard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Something will get changed in the 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853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assumption, a filter, a date range. That is the point of sending a sheet rather than a picture.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has to be true for that to be honest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fde0c022bed7a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845" y="3675887"/>
            <a:ext cx="4666003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Two rules that keep it honest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49068"/>
          <a:ext cx="10820094" cy="1161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76580"/>
                <a:gridCol w="6243514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Inputs live in their own cells, marked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So a director changes an input rather than a result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Results are formulas all the way down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So a change propagates rather than sitting in one cell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86638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result cell holding a typed number is indistinguishable from one holding a formula, until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somebody changes an input and nothing moves.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thing you say before they touch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387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6387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"The blue cells are yours to change. Everything else recalculates. If a number you expected to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4939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54939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move does not, tell me, because that is a bug rather than a surprise."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0674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Thirty seconds, said once, and it converts a risk into a test the room runs for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F. The operating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tools, three jobs, one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0c82c0c263b3b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27632"/>
            <a:ext cx="10820095" cy="265865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4432587"/>
          <a:ext cx="10820094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0155"/>
                <a:gridCol w="4906021"/>
                <a:gridCol w="4273918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Lives in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numbers Finance acts 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Exploration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pandas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analyst's iteration, the weekly table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source of truth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Excel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Presentation, and a stakeholder poking at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Cleaning, joining, computing the truth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the fourth line, which is the hard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2905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82905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Whatever is in Excel must be reproducible from the warehouse in one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86404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If the sheet cannot be rebuilt, it has become a source of truth by accident, and nobody decided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How the two drift apart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3da83190e8325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76448"/>
            <a:ext cx="10820095" cy="81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03961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Either outcome is bad. Losing a correction silently, or keeping it silently.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So the export is dated and the sheet says 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cell, top left of the first sheet: what this was built from, and when.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costs nothing and it is the difference between a sheet somebody trusts and a sheet somebody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has to ask about.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G. What ships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Four things for Monday's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32b7575aafa7b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74080"/>
            <a:ext cx="4652640" cy="253279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354580"/>
          <a:ext cx="5734649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46172"/>
                <a:gridCol w="318847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Piece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revenue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pivot on the clean table, sliceable by segment and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protect list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Top fifty per segment, with an XLOOKUP that fails visibly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front-page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figure with denominator, period and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operating rule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Three lines plus the reproducibility line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this week equipped you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[S] SQL, pandas or Excel: how do you choose?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33168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233168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[S] A stakeholder wants to poke the numbers themselves; what do you give them and what do 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838704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838704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never give them?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44240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444240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[F] Your pivot shows a different total from the warehouse; where do you look first?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049776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049776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[F] How do you present one number so it is not misread?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655312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4655312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[D] Two directors change assumptions in the room and the sheet recalculates differently for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260848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5260848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each; what did you get right and what do you fix?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Tomorrow, and Monday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30448"/>
            <a:ext cx="10820095" cy="1020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Tomorrow the fortnight goes under questioning on paper.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Monday, Build 1 opens in Kalpa Health. The method transfers. The domain does 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