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A. Two asks, and a 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Marketing is working with you now, not around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43836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243836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"Retail-Plus frequency is the problem, so we want to protect our best members before they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29356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229356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drift. Give us the top fifty customers by Q2 revenue in each segment, and flag anyone whose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14876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4214876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monthly spend has fallen for two months running."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7222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They have read your note. The ask follows from your own finding.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And Meera wants the third 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36596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736596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"Meera wants to see revenue accumulate week by week against the plan line, so we know by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22116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722116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mid-quarter whether we are on track."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7946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Three asks. Two of them are impossible with what you know so far.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The head of Retail-Plus adds a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36596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736596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"Ties matter. If two members spent the same, I want them ranked the same, and I want to know 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22116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722116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many made the top fifty, not forty-nine because of a tie."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7946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That sentence decides a function name. Hold on to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B. What GROUP BY cannot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Try the top fifty per segment with what you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26056"/>
            <a:ext cx="10820095" cy="1698752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26056"/>
            <a:ext cx="50292" cy="1698752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326640"/>
            <a:ext cx="10417759" cy="151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c.segment, o.customer_id, sum(o.amount) AS revenue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  orders o JOIN customers c USING (customer_id)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WHERE  o.quarter = 'Q2'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GROUP  BY c.segment, o.customer_id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ORDER  BY c.segment, revenue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89400"/>
            <a:ext cx="10820095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This is correct and it is not the answer. It gives every customer, not the top fifty in each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segment.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Adding LIMIT does not fix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98a1ac13ed5f38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2493155"/>
            <a:ext cx="10820095" cy="1182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822300"/>
            <a:ext cx="10820095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LIMIT 50 takes fifty rows from the whole result, not fifty from each segment.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There is no clause you have met that says "the best fifty </a:t>
            </a:r>
            <a:r>
              <a:rPr sz="2000" b="1">
                <a:solidFill>
                  <a:srgbClr val="1C1C1A"/>
                </a:solidFill>
                <a:latin typeface="Calibri"/>
              </a:rPr>
              <a:t>within</a:t>
            </a:r>
            <a:r>
              <a:rPr sz="2000" b="0">
                <a:solidFill>
                  <a:srgbClr val="1C1C1A"/>
                </a:solidFill>
                <a:latin typeface="Calibri"/>
              </a:rPr>
              <a:t> each group". That is the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The two shapes of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73ef6651b5fe9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110" y="3675887"/>
            <a:ext cx="6227473" cy="2377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 window keeps every row and adds a column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914904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914904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015488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customer_id, revenue,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rank() OVER (ORDER BY revenue DESC) AS position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  q2_spend;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1160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Nothing collapsed. Each row gained a fact about where it sits.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OVER is the whole idea, and it has two dials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611081d0845513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34998"/>
            <a:ext cx="4652640" cy="16109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71244" y="2184400"/>
            <a:ext cx="5734650" cy="331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PARTITION BY says which rows count as neighbours. ORDER BY inside the window says in what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order they are considered.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Change either and the answer changes. They are not decoration on a function name; they are the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definition of the question.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C. Ranking, and the tie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Three ranking functions, one tie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61e2afefbbc651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610" y="3675887"/>
            <a:ext cx="9442473" cy="2377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What each one does, 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483104"/>
          <a:ext cx="10820094" cy="1548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93540"/>
                <a:gridCol w="4357074"/>
                <a:gridCol w="4169480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On a tie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After the tie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ROW_NUMBER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Breaks it arbitrarily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Continues, 1 2 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Gives both the same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Skips, 1 1 3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DENSE_RANK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Gives both the same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Does not skip, 1 1 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87520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ROW_NUMBER is the only one that is not repeatable: run it twice on a tie and it can swap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Our data has a tie at exactly the wrong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57424"/>
            <a:ext cx="10820095" cy="216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Two Retail-Plus members have identical Q2 revenue, and they sit at positions fifty and fifty-one.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Not a coincidence engineered for a slide. It is what happens when fifty is a round number somebody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picked.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So how many rows does the top fifty ship?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58032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Depends entirely on the function.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Answer: fifty, fifty-one or fifty-two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5e8b04043f32b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73290"/>
            <a:ext cx="4652640" cy="213437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71244" y="2310384"/>
          <a:ext cx="5734649" cy="1548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20746"/>
                <a:gridCol w="2513903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Filter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Rows shipped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ROW_NUMBER &lt;= 50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RANK &lt;= 50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DENSE_RANK &lt;= 50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71244" y="4114800"/>
            <a:ext cx="5734650" cy="1255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Three defensible answers to one question. Only one matches what the head of Retail-Plus asked for.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He told you the answer before you asked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27632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"If two members spent the same, I want them ranked the same, and I want to know how many made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13152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613152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the top fifty, not forty-nine because of a tie."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70504"/>
            <a:ext cx="10820095" cy="2511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Ranked the same rules out ROW_NUMBER. Not forty-nine rules out cutting the tie. RANK at 50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ships fifty-one names, and the extra name is the point rather than a rounding error.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Write that sentence in the query as a comment. The next person will not have heard him say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Top-N within a group needs PARTITION BY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37816"/>
            <a:ext cx="10820095" cy="2275840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37816"/>
            <a:ext cx="50292" cy="227584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438400"/>
            <a:ext cx="10417759" cy="209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* FROM (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SELECT c.segment, o.customer_id, sum(o.amount) AS revenue,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  rank() OVER (PARTITION BY c.segment ORDER BY sum(o.amount) DESC) AS pos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FROM orders o JOIN customers c USING (customer_id)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WHERE o.quarter = 'Q2'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GROUP BY c.segment, o.customer_id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) t WHERE pos &lt;= 50;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7824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PARTITION BY restarts the numbering for each segment.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Notice the query had to be wrapped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b9bdb5ed9676d3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43" y="1627632"/>
            <a:ext cx="3467753" cy="44256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71244" y="2313432"/>
            <a:ext cx="5734650" cy="833120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71244" y="2313432"/>
            <a:ext cx="50292" cy="83312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8988" y="2414016"/>
            <a:ext cx="5332314" cy="65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ERROR:  window functions are not allowed in 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1244" y="3311144"/>
            <a:ext cx="5734650" cy="205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WHERE runs before the window is computed, which is Monday's execution order again. The fix is to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compute the window in an inner query or a CTE, then filter outside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D. Looking sideways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LAG reads the previous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42184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742184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842768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customer_id, month, spend,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lag(spend) OVER (PARTITION BY customer_id ORDER BY month) AS prev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  monthly;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8440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For each row, the value from the row before it, within the same customer, in month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"Fallen for two months running" is two LAGs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8d928b8f31bf65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10820095" cy="33240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097977"/>
            <a:ext cx="10820095" cy="51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C1C1A"/>
                </a:solidFill>
                <a:latin typeface="Calibri"/>
              </a:rPr>
              <a:t>Keep the row where July is above August and August is above September. Three members qualify.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The first month of every customer returns NULL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464f9fa7dd5084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9955"/>
            <a:ext cx="4652640" cy="24610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71244" y="2011680"/>
            <a:ext cx="573465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There is no previous row, so lag has nothing to give. That is correct behaviour and it will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quietly drop customers from your flag if you compare without thinking about it.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Decide out loud whether a customer with one month of data is falling. The honest answer is that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you cannot tell.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What you would say to the member who was on holiday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57120"/>
            <a:ext cx="10820095" cy="296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Marketing will act on this list, and somebody on it will object that they were away in August.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They are right, and the flag is still correct. A flag is a shortlist for a conversation rather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than a verdict, and the sentence that makes it usable is "three months of falling spend, worth a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call, not worth an assumption".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 running total accumulates without collapsing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914904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914904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015488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week_start, revenue,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sum(revenue) OVER (ORDER BY week_start) AS cumulative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  weekly;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1160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Every week keeps its own row and gains the total so far.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 running total is only deterministic if its order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29840"/>
            <a:ext cx="10820095" cy="2621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If two rows share a week_start, their relative order is undefined, so the cumulative column can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differ between runs.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Add a tiebreaker to the window's ORDER BY. A number that changes between runs is worse than a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number that is wrong, because nobody can reproduce the argument about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E. What you hand 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Three deliverables, one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1c6071a3ac48de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24009"/>
            <a:ext cx="4652640" cy="283294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71244" y="2354580"/>
          <a:ext cx="5734650" cy="2971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09204"/>
                <a:gridCol w="3525446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carries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protect list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Top fifty per segment, RANK, fifty-one Retail-Plus names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falling flag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Three members, with their three monthly figures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plan 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Weekly revenue and cumulative, against plan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note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Which tie rule you chose, and the sentence that decided it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What today equipped you to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627632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[S] RANK, DENSE_RANK and ROW_NUMBER on a tie.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84984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284984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[S] Top-3 per group: GROUP BY or a window, and why?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42336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942336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[F] How would you find customers whose spend fell two months in a row?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99688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599688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[F] Why can a window function not sit inside WHERE, and what do you do instead?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57040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257040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[D] The business says 'ties rank the same'; which function, and how many rows might the top-N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242560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5242560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report ship?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C1C1A"/>
                </a:solidFill>
                <a:latin typeface="Calibri"/>
              </a:rPr>
              <a:t>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157728"/>
            <a:ext cx="10820095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growth team wants one table, one row per customer, refreshed every Monday. In pandas, because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Marketing's analysts live in Python.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2, Day 3. Top members, falling spend, and the running total against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