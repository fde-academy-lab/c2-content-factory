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E. The habit that catches it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2, Day 2. Half two: the count reconciliation, and the report you 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 / 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A join is only done when its row count is explained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630b4e72462ad6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90" y="1517904"/>
            <a:ext cx="9945313" cy="33253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4888992"/>
            <a:ext cx="10820095" cy="1164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0">
                <a:solidFill>
                  <a:srgbClr val="1C1C1A"/>
                </a:solidFill>
                <a:latin typeface="Calibri"/>
              </a:rPr>
              <a:t>Not checked. Explained. Rows before, rows after, and a sentence accounting for the difference. If you cannot write that sentence, you do not yet know what your join did.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2. Half two: the count reconciliation, and the report you sign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 / 21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The three numbers, every time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618c66721523bcc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278439"/>
            <a:ext cx="10820095" cy="117233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2. Half two: the count reconciliation, and the report you sign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3 / 21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Written as a comment block above the query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626360"/>
            <a:ext cx="10820095" cy="1698752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626360"/>
            <a:ext cx="50292" cy="1698752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726944"/>
            <a:ext cx="10417759" cy="1515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-- Rows before: 1,000 orders.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-- Rows after:  1,450.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-- Difference:  450 orders carry two payment rows, of which 400 are two-instalment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--              invoices and 50 are gateway retries. 30 orders carry none.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-- Therefore:   do not SUM the order amount over this join.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489704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last line is the one that saves somebody.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2. Half two: the count reconciliation, and the report you sign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4 / 21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The same habit you used last Wednesday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930144"/>
            <a:ext cx="10820095" cy="1820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Last week you reconciled a dashboard's Rs 2.10 crore against Finance's Rs 1.90 crore by counting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duplicated rows.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This is that habit, one tool later. The tool changed. The discipline did not.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2. Half two: the count reconciliation, and the report you sign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5 / 21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F. Getting the real number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2, Day 2. Half two: the count reconciliation, and the report you 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6 / 21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Aggregate first, then join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020824"/>
            <a:ext cx="10820095" cy="2564383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020824"/>
            <a:ext cx="50292" cy="2564383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121408"/>
            <a:ext cx="10417759" cy="23815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WITH paid AS (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SELECT order_id, sum(amount) AS collected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FROM   payments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GROUP  BY order_id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SELECT sum(o.amount) AS booked, sum(p.collected) AS collected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FROM   orders o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LEFT JOIN paid p ON p.order_id = o.order_id;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749800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Collapse the many side to one row per key </a:t>
            </a:r>
            <a:r>
              <a:rPr sz="2000" b="1">
                <a:solidFill>
                  <a:srgbClr val="1C1C1A"/>
                </a:solidFill>
                <a:latin typeface="Calibri"/>
              </a:rPr>
              <a:t>before</a:t>
            </a:r>
            <a:r>
              <a:rPr sz="2000" b="0">
                <a:solidFill>
                  <a:srgbClr val="1C1C1A"/>
                </a:solidFill>
                <a:latin typeface="Calibri"/>
              </a:rPr>
              <a:t> joining. Then no fan-out is possible.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2. Half two: the count reconciliation, and the report you sign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7 / 21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Why that works, drawn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ce098b972e2c5ed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681" y="1517904"/>
            <a:ext cx="2682331" cy="40162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579872"/>
            <a:ext cx="10820095" cy="473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0">
                <a:solidFill>
                  <a:srgbClr val="1C1C1A"/>
                </a:solidFill>
                <a:latin typeface="Calibri"/>
              </a:rPr>
              <a:t>One row in, one row out. The count check now passes by construction.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2. Half two: the count reconciliation, and the report you sign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8 / 21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The retries are still in there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37f5f13a54cd9f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6219" y="1517904"/>
            <a:ext cx="9139256" cy="33253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4888992"/>
            <a:ext cx="10820095" cy="1164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0">
                <a:solidFill>
                  <a:srgbClr val="1C1C1A"/>
                </a:solidFill>
                <a:latin typeface="Calibri"/>
              </a:rPr>
              <a:t>Aggregating first fixes the fan-out. It does not fix the data. The fifty gateway retries posted a real second row, so sum(amount) over payments still counts them. That is a different problem with a different fix, and confusing the two is common.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2. Half two: the count reconciliation, and the report you sign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9 / 21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Finding the double posts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226056"/>
            <a:ext cx="10820095" cy="1698752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226056"/>
            <a:ext cx="50292" cy="1698752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326640"/>
            <a:ext cx="10417759" cy="1515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SELECT order_id, count(*), sum(amount)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FROM   payments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GROUP  BY order_id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HAVING count(*) &gt; 1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AND count(DISTINCT amount) = 1;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089400"/>
            <a:ext cx="1082009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Two rows for the same order carrying the identical amount is a retry. Two rows carrying different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amounts is an instalment plan, which is correct.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2. Half two: the count reconciliation, and the report you sign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10 / 21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Why that distinction cannot be automated away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529840"/>
            <a:ext cx="10820095" cy="2621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An instalment and a retry look almost identical in the table. What separates them is a business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fact: an instalment plan splits an invoice, a retry repeats a charge.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A rule that deletes every duplicate payment would delete four hundred legitimate instalments. The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judgment is yours, and it has to be stated in writing.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2. Half two: the count reconciliation, and the report you sign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11 / 21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G. The gap Anand asked about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2, Day 2. Half two: the count reconciliation, and the report you 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12 / 21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Booked minus collected, by channel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125472"/>
            <a:ext cx="10820095" cy="3430016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125472"/>
            <a:ext cx="50292" cy="3430016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226056"/>
            <a:ext cx="10417759" cy="3247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WITH paid AS (SELECT order_id, sum(amount) collected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          FROM payments GROUP BY order_id)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SELECT o.channel,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   sum(o.amount)                        AS booked,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   coalesce(sum(p.collected), 0)        AS collected,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   sum(o.amount) - coalesce(sum(p.collected), 0) AS gap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FROM   orders o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LEFT JOIN paid p ON p.order_id = o.order_id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WHERE  o.quarter = 'Q2'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GROUP  BY o.channel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ORDER  BY gap DESC;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2. Half two: the count reconciliation, and the report you sign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13 / 21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coalesce is doing real work there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529840"/>
            <a:ext cx="10820095" cy="2621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An order with no payment joins to NULL, and NULL in an arithmetic expression makes the whole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expression NULL.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Without coalesce, one unpaid order turns a channel's entire gap into an empty cell, and an empty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cell reads as "no problem here".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2. Half two: the count reconciliation, and the report you sign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14 / 21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What the gap is made of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584bc3898fdb8f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908591"/>
            <a:ext cx="4652640" cy="1863777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771244" y="2224024"/>
          <a:ext cx="5734649" cy="20665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697172"/>
                <a:gridCol w="4037477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Cause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Shape in the data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6461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Never paid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30 delivered orders with no payment row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Refunded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A row in refunds, negative amount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6461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Retried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Two identical payment rows, which inflates rather than gaps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771244" y="4546600"/>
            <a:ext cx="5734650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Three different business situations. One number unless you split them.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2. Half two: the count reconciliation, and the report you sign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15 / 21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Anand will ask which of the three, and he asks today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357120"/>
            <a:ext cx="10820095" cy="2966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A gap number on its own starts a meeting. A gap number split three ways ends one, because each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part has a different owner: unpaid is collections, refunded is operations, retried is the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platform team.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Splitting it is not extra work. It is the difference between reporting and being useful.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2. Half two: the count reconciliation, and the report you sign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16 / 21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H. The report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2, Day 2. Half two: the count reconciliation, and the report you 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17 / 21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What you hand over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0b6b9dc3ec6413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436667"/>
            <a:ext cx="10820095" cy="725841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3308812"/>
          <a:ext cx="10820094" cy="19354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119022"/>
                <a:gridCol w="7701072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Piece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What it is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report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Booked, collected and gap by channel for Q2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reconciliation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comment block: before, after, difference, therefore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unpaid list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30 order ids, with channel and amount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double-paid list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50 retries, separated from the 400 instalments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2. Half two: the count reconciliation, and the report you sign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18 / 21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And the sentence that goes with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243836"/>
            <a:ext cx="41148" cy="839216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243836"/>
            <a:ext cx="10545775" cy="839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"Collected is Rs X against Rs Y booked for Q2. The gap is three things and I have split them: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3229356"/>
            <a:ext cx="41148" cy="839216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3229356"/>
            <a:ext cx="10545775" cy="839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thirty orders never paid, the refunds, and fifty gateway retries that inflate rather than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4214876"/>
            <a:ext cx="41148" cy="511048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4214876"/>
            <a:ext cx="10545775" cy="511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reduce. The join was validated on row count before any total was taken."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872228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last clause is the one that gets the number used.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2. Half two: the count reconciliation, and the report you 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19 / 21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What today equipped you to answer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41148" cy="511048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627632"/>
            <a:ext cx="10545775" cy="511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[S] INNER against LEFT join: what does each drop or keep?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284984"/>
            <a:ext cx="41148" cy="511048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2284984"/>
            <a:ext cx="10545775" cy="511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[S] Your join grew the row count; name the cause and the check.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942336"/>
            <a:ext cx="41148" cy="511048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2942336"/>
            <a:ext cx="10545775" cy="511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[F] How do you find orders with no payment?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599688"/>
            <a:ext cx="41148" cy="511048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3599688"/>
            <a:ext cx="10545775" cy="511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[F] Revenue doubled after a join and every row looks fine; where do you look?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4257040"/>
            <a:ext cx="41148" cy="839216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" y="4257040"/>
            <a:ext cx="10545775" cy="839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[D] Design the validation you run before a joined number reaches Finance, and say what you do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5242560"/>
            <a:ext cx="41148" cy="511048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" y="5242560"/>
            <a:ext cx="10545775" cy="511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when it fails at 5 pm on reporting day.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2. Half two: the count reconciliation, and the report you sign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20 / 21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Tomorrow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157728"/>
            <a:ext cx="1082009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Marketing wants the top fifty members per segment, and the head of Retail-Plus has an opinion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about ties.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2. Half two: the count reconciliation, and the report you sign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21 / 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