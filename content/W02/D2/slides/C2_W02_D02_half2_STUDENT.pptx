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The habit that catches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join is only done when its row count is explained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eacd450217360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90" y="1517904"/>
            <a:ext cx="9945313" cy="3325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Not checked. Explained. Rows before, rows after, and a sentence accounting for the difference. If you cannot write that sentence, you do not yet know what your join did.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three numbers, every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54533a7b38112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278439"/>
            <a:ext cx="10820095" cy="117233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Written as a comment block above the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626360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26360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726944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Rows before: 1,000 orders.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Rows after:  1,450.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Difference:  450 orders carry two payment rows, of which 400 are two-instalment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             invoices and 50 are gateway retries. 30 orders carry none.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Therefore:   do not SUM the order amount over this join.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8970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last line is the one that saves somebody.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habit you used last Wednesday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Last week you reconciled a dashboard's Rs 2.10 crore against Finance's Rs 1.90 crore by counting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duplicated rows.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is that habit, one tool later. The tool changed. The discipline did 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F. Getting the real number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Aggregate first, then join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20824"/>
            <a:ext cx="10820095" cy="2564383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20824"/>
            <a:ext cx="50292" cy="2564383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121408"/>
            <a:ext cx="10417759" cy="23815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paid AS (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SELECT order_id, sum(amount) AS collected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FROM   payments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GROUP  BY order_id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sum(o.amount) AS booked, sum(p.collected) AS collected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orders 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LEFT JOIN paid p ON p.order_id = o.order_id;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4980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Collapse the many side to one row per key </a:t>
            </a:r>
            <a:r>
              <a:rPr sz="2000" b="1">
                <a:solidFill>
                  <a:srgbClr val="1C1C1A"/>
                </a:solidFill>
                <a:latin typeface="Calibri"/>
              </a:rPr>
              <a:t>before</a:t>
            </a:r>
            <a:r>
              <a:rPr sz="2000" b="0">
                <a:solidFill>
                  <a:srgbClr val="1C1C1A"/>
                </a:solidFill>
                <a:latin typeface="Calibri"/>
              </a:rPr>
              <a:t> joining. Then no fan-out is possible.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Why that works, drawn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016ac13dd3d04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681" y="1517904"/>
            <a:ext cx="2682331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One row in, one row out. The count check now passes by construction.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retries are still in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acbb18b1eb00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6219" y="1517904"/>
            <a:ext cx="9139256" cy="3325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Aggregating first fixes the fan-out. It does not fix the data. The fifty gateway retries posted a real second row, so sum(amount) over payments still counts them. That is a different problem with a different fix, and confusing the two is common.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Finding the double posts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26056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26056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6640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order_id, count(*), sum(amount)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payments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 BY order_id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HAVING count(*) &gt;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AND count(DISTINCT amount) = 1;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8940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rows for the same order carrying the identical amount is a retry. Two rows carrying different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amounts is an instalment plan, which is correct.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Why that distinction cannot be automated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instalment and a retry look almost identical in the table. What separates them is a business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fact: an instalment plan splits an invoice, a retry repeats a charge.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rule that deletes every duplicate payment would delete four hundred legitimate instalments. The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judgment is yours, and it has to be stated in writing.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G. The gap Anand asked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Booked minus collected, by channel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25472"/>
            <a:ext cx="10820095" cy="343001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25472"/>
            <a:ext cx="50292" cy="343001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26056"/>
            <a:ext cx="10417759" cy="3247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paid AS (SELECT order_id, sum(amount) collected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FROM payments GROUP BY order_id)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o.channel,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sum(o.amount)                        AS booked,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coalesce(sum(p.collected), 0)        AS collected,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sum(o.amount) - coalesce(sum(p.collected), 0) AS gap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orders 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LEFT JOIN paid p ON p.order_id = o.order_id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 o.quarter = 'Q2'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 BY o.channel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 BY gap DESC;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coalesce is doing real work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order with no payment joins to NULL, and NULL in an arithmetic expression makes the whole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expression NULL.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Without coalesce, one unpaid order turns a channel's entire gap into an empty cell, and an empty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cell reads as "no problem here".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the gap is made of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fbb2fbeb039cb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08591"/>
            <a:ext cx="4652640" cy="186377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224024"/>
          <a:ext cx="5734649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7172"/>
                <a:gridCol w="403747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Shape in the data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Never paid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30 delivered orders with no payment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Refunded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row in refunds, negative amount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Retried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identical payment rows, which inflates rather than gaps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546600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different business situations. One number unless you split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Anand will ask which of the three, and he asks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7120"/>
            <a:ext cx="10820095" cy="296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gap number on its own starts a meeting. A gap number split three ways ends one, because each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part has a different owner: unpaid is collections, refunded is operations, retried is the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platform team.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Splitting it is not extra work. It is the difference between reporting and being useful.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H. The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you hand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5fd9a56ed69c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36667"/>
            <a:ext cx="10820095" cy="72584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3308812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19022"/>
                <a:gridCol w="770107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report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Booked, collected and gap by channel for Q2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reconciliation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comment block: before, after, difference, therefore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unpaid list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30 order ids, with channel and 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double-paid list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50 retries, separated from the 400 instalments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the sentence that goes with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"Collected is Rs X against Rs Y booked for Q2. The gap is three things and I have split them: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thirty orders never paid, the refunds, and fifty gateway retries that inflate rather than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reduce. The join was validated on row count before any total was taken."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last clause is the one that gets the number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today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INNER against LEFT join: what does each drop or keep?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8498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8498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Your join grew the row count; name the cause and the check.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4233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94233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How do you find orders with no payment?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9968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59968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Revenue doubled after a join and every row looks fine; where do you look?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257040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257040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[D] Design the validation you run before a joined number reaches Finance, and say what you 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42560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5242560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when it fails at 5 pm on reporting day.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wants the top fifty members per segment, and the head of Retail-Plus has an opinion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about 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