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A reshape changes the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same numbers, two shapes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30144"/>
            <a:ext cx="10820095" cy="182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Months down the page answers "how did this move". Months across the page answers "how do these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compare".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Nothing is added or removed. The shape decides which question is easy to ask.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Long, and wide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944c0d4c18c897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089041"/>
            <a:ext cx="10820095" cy="15511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call that widens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886456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86456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87040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wide = monthly.pivot_table(index="customer_id", columns="month",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               values="spend", aggfunc="sum")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8416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index is what stays a row, columns is what becomes a column, values is what fills the grid.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And the one that lengthens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658872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8872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759456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long = wide.reset_index().melt(id_vars="customer_id",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                   var_name="month", value_name="spend")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56584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melt puts the columns back into rows. Every widening is reversible, which is worth knowing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before you widen something.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wrong index answers a question nobody asked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995f1dd3916579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0065"/>
            <a:ext cx="10820095" cy="33010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88992"/>
            <a:ext cx="10820095" cy="1164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Index by order_id instead of customer_id and you get one row per order with a column per month, almost all of them empty. It runs. It produces a table. The table is meaningless.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How to catch it without staring at the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9840"/>
            <a:ext cx="10820095" cy="2621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Read the row labels aloud before reading any value. "Each row is one order" is the moment the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mistake becomes obvious, and no amount of checking the totals would have found it.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habit generalises: a table's index is a claim about what one row means, and it is the first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thing to check rather than the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The same question, three 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Revenue per segment, in three 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9339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9339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09397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# Week 1, plain Python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totals = {}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totals[o["segment"]] = totals.get(o["segment"], 0) + o["amount"]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68192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568192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668776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Monday, SQL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segment, sum(amount) FROM orders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JOIN customers USING (customer_id) GROUP BY segment;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854448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4854448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4955032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# Today, pandas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orders.groupby("segment")["amount"].sum()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All three are correct and not interchangeable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2e91e837ed01fd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862046"/>
            <a:ext cx="10820095" cy="200512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question is not which is best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92adc9dc29ed23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4047"/>
            <a:ext cx="10820095" cy="17156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915969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is which one should own this number, for how long, and who has to be able to read it.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Those three constraints pick the tool almost every time, and none of them is about syntax.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one to refuse, and why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01952"/>
            <a:ext cx="10820095" cy="3877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Finance's Monday number does not belong in a notebook.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objection is not to pandas. A notebook has no audit trail a controller can read, no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guarantee it was run against current data, and a cell somebody edited at 4 pm looks identical to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nobody touched.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Say that out loud when asked. It is the answer that separates an analyst from somebody who knows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libraries.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operating rule, in three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807208"/>
          <a:ext cx="10820094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93228"/>
                <a:gridCol w="5381877"/>
                <a:gridCol w="394498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warehouse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Numbers Finance acts on, refreshed on a schedule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Exploration, because iteration is slow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pandas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analyst's own iteration, feature building, the weekly table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source of truth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Anything you have to explain line by line to a room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Anything at scale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F. What ships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Four things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338e238e80794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24375"/>
            <a:ext cx="10820095" cy="75042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3321104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19022"/>
                <a:gridCol w="770107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Piece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customer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row per customer, six columns, refreshable in one run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reshaped view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Monthly spend, wide, for comparison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merge validation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validate= on every merge, with the failure recorded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tool note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answer to the senior analyst, in writing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note is the deliverable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62dc46cf7440e0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850" y="1517904"/>
            <a:ext cx="6465993" cy="3325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88992"/>
            <a:ext cx="10820095" cy="1164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Four or five sentences. Which tool answers which of Marketing's and Finance's asks, and why. Include the one you would refuse, and the reason. A note without a refusal has not made a choice.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today equipped you to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7025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7025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groupby in the split-apply-combine sentence.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927604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927604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merge against join: what is the same and what differs?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8495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8495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Which merge argument raises on duplicate keys, and which error?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42308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4242308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pivot against melt: which widens and which lengthens?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899660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4899660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[D] Same question, three tools: how do you choose, and defend one choice?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Meera's office runs on Excel, and her chief of staff wants three things that open on a laptop with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 login and recalculate when a director changes an assumption in the 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