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A. One table, every Monday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growth team wants one thing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"One table, one row per customer, refreshed on Monday. How recently they bought, how often, 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much, their segment, whether the monsoon sale reached them, and last week's flags."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Not a report. A table other people build 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And the platform lead is blunt about 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"The warehouse queries are fine for Finance, but Marketing's analysts live in Python. Build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the table in pandas, from the warehouse, and make it refreshable in one run."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tools, one source of truth, and a reason for each.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senior analyst raises the real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736596"/>
            <a:ext cx="41148" cy="839216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736596"/>
            <a:ext cx="10545775" cy="839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"You did the tree in plain Python in Week 1, in SQL on Monday. Do it a third way now, and tell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22116"/>
            <a:ext cx="41148" cy="511048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3722116"/>
            <a:ext cx="10545775" cy="511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 i="1">
                <a:solidFill>
                  <a:srgbClr val="5F6360"/>
                </a:solidFill>
                <a:latin typeface="Calibri"/>
              </a:rPr>
              <a:t>me honestly which tool you would pick for which job."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379468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answer that in writing today. It is the day's actual deliverable.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What the table has to carry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485644"/>
          <a:ext cx="10820095" cy="27096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90488"/>
                <a:gridCol w="862960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Column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Where it comes from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Recency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customer's latest order date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Frequency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Their order count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Monetary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Their total spend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customers table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Exposed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The campaign exposure feed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Flags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Wednesday's ranking and falling-spend work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B. groupby is the accumulator, automated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Week 1 built this by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370328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370328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470912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totals = {}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o in orders: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cid = o["customer_id"]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totals[cid] = totals.get(cid, 0) + o["amount"]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451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Split the rows by customer, apply a sum, combine into one row each. You wrote the splitting and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combining yourself.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same three moves, named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34f7803f84c4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73803"/>
            <a:ext cx="10820095" cy="1076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996821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Split, apply, combine. groupby does the splitting and the combining and leaves you the applying.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One line, three measures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53640"/>
            <a:ext cx="10820095" cy="169875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53640"/>
            <a:ext cx="50292" cy="169875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54224"/>
            <a:ext cx="10417759" cy="1515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 = orders.groupby("customer_id").agg(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frequency=("order_id", "count"),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monetary=("amount", "sum"),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last_order=("order_date", "max"),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16984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Named aggregations say what each output column is and where it came from, on one line each.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Why the named form rather than the short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9840"/>
            <a:ext cx="10820095" cy="2621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orders.groupby("customer_id").sum() also runs. It sums every numeric column, including ones you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never meant to add up, and names them after the inputs.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Six months later nobody can tell whether a column was chosen or inherited. The named form is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longer to type and shorter to audit.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Recency needs a reference 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65887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65887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75945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AS_OF = pd.Timestamp("2026-09-30")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customers["recency_days"] = (AS_OF - customers["last_order"]).dt.days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658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Days since last order, counted from a date you state. Counting from today makes the table change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meaning every time it is rebuilt.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C. The merge that raises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merge is a join, with a different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3203448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3203448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304032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table = customers.merge(exposure, on="customer_id", how="left")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12616"/>
            <a:ext cx="10820095" cy="564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Same idea as Tuesday. Same danger.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Run it and 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29e2e96ef0afd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20451"/>
            <a:ext cx="10820095" cy="11282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795004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340 customers go in. 346 rows come out.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Six extra rows, from a feed where the same customer appears twice. Tuesday's fan-out, in Python.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pandas will refuse if you ask it 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925064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925064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25648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table = customers.merge(exposure, on="customer_id",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                    how="left", validate="one_to_one")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922776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3922776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023360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pandas.errors.MergeError: Merge keys are not unique in right dataset;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not a one-to-one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73207" y="603504"/>
            <a:ext cx="932688" cy="274320"/>
          </a:xfrm>
          <a:prstGeom prst="round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18488" y="493776"/>
            <a:ext cx="87901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This is the loud version of Tuesday's count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2fd9520de57ff4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822714"/>
            <a:ext cx="4652640" cy="20355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71244" y="2184400"/>
            <a:ext cx="5734650" cy="331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Tuesday you took the row count yourself and compared it. validate= makes the library take it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for you and refuse to continue.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check has not changed. What changed is that forgetting it is now impossible rather than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merely unwise.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four values, and what each one promises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89556"/>
          <a:ext cx="10820095" cy="1935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76898"/>
                <a:gridCol w="7643197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validate=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Promise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one_to_one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Keys unique on both sides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one_to_many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Keys unique on the left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many_to_one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Keys unique on the right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many_to_many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Nothing, and it says so out loud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48106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Choosing one forces you to say what you believe about the data before it disagrees with you.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Fixing it is a decision, not a keyword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4e2231e5d38b32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686" y="3675887"/>
            <a:ext cx="8962323" cy="23774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Where half one leaves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40ef9c0164fc0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475002"/>
            <a:ext cx="10820095" cy="7639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3385286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 build a one-row-per-customer table from the warehouse, name every aggregation, set a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reference date, and make a merge fail loudly rather than quietly.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two reshapes it and answers the senior analyst.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2, Day 4. Half one: one row per customer, built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