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Asking a question per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Anand wants it per segment, not in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number for the quarter answers nothing. He asked for every segment and every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34080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434080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34664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count(*), sum(o.amount)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c.segment;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2033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GROUP BY collapses many rows into one row per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collapsing means, drawn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ca2a87392c99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74814"/>
            <a:ext cx="10820095" cy="1020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4125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order rows are gone from the result. Only the groups survive.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Which is why this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o.channel, sum(o.amount)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c.segment;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server has four segment rows to return and no single channel to put in any of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Read the error out 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5917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05917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5976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column "o.channel" must appear in the GROUP BY clause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or be used in an aggregate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568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message says exactly what to do, and there are two right answers.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pick one of the two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6652"/>
          <a:ext cx="10820094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87006"/>
                <a:gridCol w="62330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you get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Add o.channel to GROUP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per segment and channel, twelve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Wrap it: count(DISTINCT o.channel)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Still four rows, now carrying how many channels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939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Neither is more correct. They answer different questions, and the error made you choose.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Filtering after the grouping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7063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7063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7121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count(*) AS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c.segment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HAVING count(*) &gt; 100;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54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WHERE filters rows before they are grouped. HAVING filters groups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So this is refused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7586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7586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7644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count(*) &gt;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85032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At the moment WHERE runs, no group exists yet, so there is nothing to count.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not a rule to memorise. It falls out of the order the clauses run 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The order a query really runs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You write it in one order and it runs in another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5b9a2f46b8b79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761" y="3675887"/>
            <a:ext cx="1580171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Most beginner errors are this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72740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58"/>
                <a:gridCol w="579083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error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Where it sits in the picture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column must appear in the GROUP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SELECT ran after GROUP BY and found no single 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aggregate functions are not allowed in WHERE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WHERE ran before any group existed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 alias unknown in WHERE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alias is made in SELECT, which runs later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 alias that works in ORDER BY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 BY runs after SELECT, so it can see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alias asymmetry, which trips everyone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16048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416048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16632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sum(amount) AS revenue FROM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quarter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revenue DESC;     -- 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70230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70230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80288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sum(amount) AS revenue FROM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revenue &gt; 100;       -- ERROR: column "revenue" does not exist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0001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 BY sees the alias because it runs later. WHERE cannot, because it ran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G. Named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query nobody can check is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741ebdd3be996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4771" y="1517904"/>
            <a:ext cx="4682153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Anand's analyst audits every line. A three-level nested subquery is correct and unreadable, and an unreadable query gets trusted or rejected on faith.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CTE is a named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09368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09368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09952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q1 AS 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SELECT customer_id, sum(amount) AS revenue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FROM orders WHERE quarter = 'Q1'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GROUP BY customer_id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q1;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1255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name AS (query) makes a result you can refer to by name for the rest of the statement.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Two CTEs make the quarter comparison readable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0f6c0eabedc67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29679"/>
            <a:ext cx="10820095" cy="27104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8638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Each block does one thing and is named after the thing it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comparison, written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14016"/>
            <a:ext cx="10820095" cy="285292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14016"/>
            <a:ext cx="50292" cy="285292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14600"/>
            <a:ext cx="10417759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q1 AS (SELECT c.segment, sum(o.amount) rev FROM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WHERE o.quarter='Q1' GROUP BY c.segment),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q2 AS (SELECT c.segment, sum(o.amount) rev FROM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WHERE o.quarter='Q2' GROUP BY c.segment)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q1.segment, q1.rev, q2.rev, q2.rev - q1.rev AS change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q1 JOIN q2 USING (segment)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change;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 CTE does not promise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name, not a guarantee about how the work is done. The planner may run the block once, 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fold it into the outer query entirely.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CTEs for the person auditing the query. Reach for other tools when the question is speed.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H. The 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Six queries is the whole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dda5bfc07bdd9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66752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441459"/>
          <a:ext cx="10820095" cy="2467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10042855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and orders per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and orders per segment per quarter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per channel per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Customers who ordered, per quarter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customer, per segment, per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quarter-on-quarter change per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165355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Query six is last week's finding, now reproducible by somebody who has never met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One comment line per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8645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8645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704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Q5: orders per customer per segment per quarter. Frequency, which is the branch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    that moved in Q2. Denominator is customers who ordered, not all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841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comment states the question and the denominator. Anand's analyst reads that line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WHERE against HAVING, one sentence each.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498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8498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Explain the logical order in which a SQL query executes.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423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9423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Why would you compute a KPI in the warehouse rather than in a notebook?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9968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59968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What does LIMIT without ORDER BY return?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57040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257040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A stakeholder's analyst must audit your query; what changes in how you write it, and what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425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52425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would you refuse to compute in a notebook?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reads the suite and replies with a harder question: booked revenue is not collected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revenue. The payments table joins the warehouse.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