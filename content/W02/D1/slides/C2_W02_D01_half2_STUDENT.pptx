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E. Asking a question per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Anand wants it per segment, not in total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9572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number for the quarter answers nothing. He asked for every segment and every channel.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434080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434080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534664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c.segment, count(*), sum(o.amount)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orders o JOIN customers c USING (customer_id)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BY c.segment;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20335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GROUP BY collapses many rows into one row per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collapsing means, drawn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33512d847baf69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74814"/>
            <a:ext cx="10820095" cy="10201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14125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order rows are gone from the result. Only the groups survive.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Which is why this fails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4218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74218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84276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c.segment, o.channel, sum(o.amount)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orders o JOIN customers c USING (customer_id)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BY c.segment;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84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server has four segment rows to return and no single channel to put in any of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Read the error out loud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059176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059176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159760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ERROR:  column "o.channel" must appear in the GROUP BY clause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or be used in an aggregate function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5688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message says exactly what to do, and there are two right answers.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pick one of the two fixes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76652"/>
          <a:ext cx="10820094" cy="11612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87006"/>
                <a:gridCol w="6233088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you get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Add o.channel to GROUP BY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 row per segment and channel, twelve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Wrap it: count(DISTINCT o.channel)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Still four rows, now carrying how many channels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09397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Neither is more correct. They answer different questions, and the error made you choose.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Filtering after the grouping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70632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770632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871216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c.segment, count(*) AS orders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orders o JOIN customers c USING (customer_id)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BY c.segment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HAVING count(*) &gt; 100;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4543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WHERE filters rows before they are grouped. HAVING filters groups after.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So this is refused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97586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97586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7644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WHERE count(*) &gt;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85032"/>
            <a:ext cx="10820095" cy="1020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At the moment WHERE runs, no group exists yet, so there is nothing to count.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is not a rule to memorise. It falls out of the order the clauses run 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F. The order a query really runs 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You write it in one order and it runs in another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70dc1a307b6b51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5761" y="3675887"/>
            <a:ext cx="1580171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Most beginner errors are this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872740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9258"/>
                <a:gridCol w="5790836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The error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Where it sits in the picture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column must appear in the GROUP BY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SELECT ran after GROUP BY and found no single value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aggregate functions are not allowed in WHERE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WHERE ran before any group existed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An alias unknown in WHERE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alias is made in SELECT, which runs later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An alias that works in ORDER BY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 BY runs after SELECT, so it can see it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alias asymmetry, which trips everyone once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16048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416048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516632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sum(amount) AS revenue FROM orders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BY quarter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 BY revenue DESC;     -- fine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702304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702304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3802888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sum(amount) AS revenue FROM orders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WHERE revenue &gt; 100;       -- ERROR: column "revenue" does not exist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00016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ORDER BY sees the alias because it runs later. WHERE cannot, because it ran first.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G. Named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query nobody can check is not finished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0e94efbadf37f4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771" y="1517904"/>
            <a:ext cx="4682153" cy="36708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234432"/>
            <a:ext cx="10820095" cy="818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Anand's analyst audits every line. A three-level nested subquery is correct and unreadable, and an unreadable query gets trusted or rejected on faith.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A CTE is a named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309368"/>
            <a:ext cx="10820095" cy="1987295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09368"/>
            <a:ext cx="50292" cy="1987295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409952"/>
            <a:ext cx="10417759" cy="1804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WITH q1 AS (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SELECT customer_id, sum(amount) AS revenue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FROM orders WHERE quarter = 'Q1'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GROUP BY customer_id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count(*) FROM q1;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61255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WITH name AS (query) makes a result you can refer to by name for the rest of the statement.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Two CTEs make the quarter comparison readable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821b6949f8a71e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29679"/>
            <a:ext cx="10820095" cy="27104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98638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Each block does one thing and is named after the thing it does.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same comparison, written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414016"/>
            <a:ext cx="10820095" cy="285292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14016"/>
            <a:ext cx="50292" cy="285292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514600"/>
            <a:ext cx="10417759" cy="267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WITH q1 AS (SELECT c.segment, sum(o.amount) rev FROM orders o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JOIN customers c USING (customer_id)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WHERE o.quarter='Q1' GROUP BY c.segment),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q2 AS (SELECT c.segment, sum(o.amount) rev FROM orders o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JOIN customers c USING (customer_id)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WHERE o.quarter='Q2' GROUP BY c.segment)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q1.segment, q1.rev, q2.rev, q2.rev - q1.rev AS change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q1 JOIN q2 USING (segment)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 BY change;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a CTE does not promise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57424"/>
            <a:ext cx="10820095" cy="216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is a name, not a guarantee about how the work is done. The planner may run the block once, or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fold it into the outer query entirely.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Write CTEs for the person auditing the query. Reach for other tools when the question is speed.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H. The suite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Six queries is the whole deliverable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fd65461496b24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27632"/>
            <a:ext cx="10820095" cy="66752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441459"/>
          <a:ext cx="10820095" cy="24678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77240"/>
                <a:gridCol w="10042855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Query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The question it answers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Revenue and orders per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Revenue and orders per segment per quarter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Revenue per channel per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Customers who ordered, per quarter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customer, per segment, per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The quarter-on-quarter change per segment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5165355"/>
            <a:ext cx="10820095" cy="51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Query six is last week's finding, now reproducible by somebody who has never met you.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One comment line per query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886456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86456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87040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 Q5: orders per customer per segment per quarter. Frequency, which is the branch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     that moved in Q2. Denominator is customers who ordered, not all customers.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8416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comment states the question and the denominator. Anand's analyst reads that line first.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today equipped you to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62763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[S] WHERE against HAVING, one sentence each.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84984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284984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[S] Explain the logical order in which a SQL query executes.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94233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94233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[F] Why would you compute a KPI in the warehouse rather than in a notebook?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99688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599688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[F] What does LIMIT without ORDER BY return?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257040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4257040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[D] A stakeholder's analyst must audit your query; what changes in how you write it, and what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242560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5242560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would you refuse to compute in a notebook?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Tomorrow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Anand reads the suite and replies with a harder question: booked revenue is not collected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revenue. The payments table joins the warehouse.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1. Half two: the Monday suite, and the order a query really runs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