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minutes, the last of the week. Four minutes on what the week trained, eight on the nine</a:t>
            </a:r>
          </a:p>
          <a:p>
            <a:r>
              <a:t>improvements, three on Monday. The trainer's notes for this close, with what the room found, are</a:t>
            </a:r>
          </a:p>
          <a:p>
            <a:r>
              <a:t>the TRAINER file beside the run sheet; say what groups found in their own words, and never list</a:t>
            </a:r>
          </a:p>
          <a:p>
            <a:r>
              <a:t>a finding no group 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to land: the method transferred. The vocabulary changed and the cost of an error</a:t>
            </a:r>
          </a:p>
          <a:p>
            <a:r>
              <a:t>changed; the moves did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diagram left to right once. Then ask two or three groups which row did the most work for</a:t>
            </a:r>
          </a:p>
          <a:p>
            <a:r>
              <a:t>them this week; take one sentence each. Do not let this become a recap of every group's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Monday's two interview questions, asked again now that the room can answer them from</a:t>
            </a:r>
          </a:p>
          <a:p>
            <a:r>
              <a:t>its own work. Take one answer to the [F] question and ask what the group checked twice because of</a:t>
            </a:r>
          </a:p>
          <a:p>
            <a:r>
              <a:t>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Tags: [S] staple asked everywhere, [F] frequent in GCC and product screens, [D] differentiator.</a:t>
            </a:r>
          </a:p>
          <a:p>
            <a:r>
              <a:t>Tell the room to write their own one-breath answer to each tonight, from their own group's work,</a:t>
            </a:r>
          </a:p>
          <a:p>
            <a:r>
              <a:t>because that answer is now a true story they can tell in an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minutes. Two minutes in groups to agree the sentence, then each group reads it aloud and the</a:t>
            </a:r>
          </a:p>
          <a:p>
            <a:r>
              <a:t>trainer writes all nine where the room can see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back on any sentence that names a feeling or a virtue. Ask: what would we see you doing</a:t>
            </a:r>
          </a:p>
          <a:p>
            <a:r>
              <a:t>differently on day one of Build 2? The nine sentences go into Build 2's first-day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minutes. The bridge is the same question moving up a level: this week asked which branch is</a:t>
            </a:r>
          </a:p>
          <a:p>
            <a:r>
              <a:t>short; Monday asks which one number the whole company should chase.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three proposals without judging them: marketing wants orders per month, operations wants</a:t>
            </a:r>
          </a:p>
          <a:p>
            <a:r>
              <a:t>app sessions, and the head of Retail-Plus wants reorders per member. Stop there; Monday opens on it.</a:t>
            </a:r>
          </a:p>
          <a:p>
            <a:r>
              <a:t>After-class: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BUILD 1  ·  THE WEEK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same method, in a business you had never seen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“Which branch of my business is short, and what do I tell my board?”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the week trained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31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6367" y="5248656"/>
            <a:ext cx="53778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The same method, in a business you had never seen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the week trained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Nothing new was taught; everything you used came from Weeks 1 and 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the week trained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72105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Monday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week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moves, carried into Kalpa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came from Weeks 1 and 2, and each one had work to do this week.</a:t>
            </a:r>
          </a:p>
        </p:txBody>
      </p:sp>
      <p:pic>
        <p:nvPicPr>
          <p:cNvPr id="9" name="mermaid diagram" descr="e2ad58c2ac4ff6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05406"/>
            <a:ext cx="11130991" cy="108427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135986"/>
          <a:ext cx="11130990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193243"/>
                <a:gridCol w="2123616"/>
                <a:gridCol w="481413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move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you first met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 this week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Translate her words into a tree, a ladder or a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1, Monday and Tuesday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Turned a COO's worry into a question the files could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Profile before you touch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1, Wednesday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Showed what each export actually held before any number was trusted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Reconcile rows in against rows kept and set aside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1, Wednesday; Week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Accounted for every row before any number was reported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Ask what the denominator holds, and compare like with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1, Tuesday and Thursday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Decided which rates and changes could be compared at 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Week 1, Thursday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Put the answer in the order a board reads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the week trained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55035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changed, and what did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new domain changes the words and the cost of being wrong; the moves stay the same.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43439"/>
                <a:gridCol w="3096921"/>
                <a:gridCol w="329062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changed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thing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unit inside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 that did not happen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an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diagnosis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 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the week trained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55035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Monday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questions this week equips you to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one of them is a question a panel asked someone in this room.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systems export the same entity with different id formats; how do you reconcile them?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 your finding in one sentence a COO can carry into a board meeting.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Walk me through the analysis you did on unfamiliar data and one decision you would defend.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 a position in a group discussion and defend it with one number.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Present a finding to a panel and take a challenge on your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640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737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caveat: narrow the claim, give the number, and name the check that would settle the rest.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the week trained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55035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Monday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One improvement per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Each group names one change for Build 2, in one sentence, and all nine go on the 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the week trained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72105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Monday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week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improvement, one sentence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groups, two minutes: agree the one change your group makes first in Build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81051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80136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In Build 2 we will [a behaviour] on [which day], because this week [what it cost us, from the challenges log].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54808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21384"/>
                <a:gridCol w="680960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sentence nobody can act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sentence Build 2 can act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manage our time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profile every file on day one before choosing our sub-question, because this week we chose it before we opened two of the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communicate better as a team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have each member run the notebook cold once before the freeze, because this week only one of us could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check our numbers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will write rows in, kept and set aside after every cleaning step, because this week a count moved and we found it on the last 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mermaid diagram" descr="3cb3e56330d16a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2890" y="5115560"/>
            <a:ext cx="6805913" cy="109728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the week trained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8" name="Oval 17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7320" y="6437376"/>
            <a:ext cx="55035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Monday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Monday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Week 4 opens back in Kalpa Retail, where Meera's growth plan needs its metric.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the week trained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72105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Monday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week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Back in Kalpa Retail, with Meera's growth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She has a plan built on frequency, and three departments each want their own number as its target.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number the whole company chases, and the numbers that stop us gaming it. If the target moves and the business does not, I want to know before the board does." Meera Raghavan, CEO, Kalpa Retail</a:t>
            </a:r>
          </a:p>
        </p:txBody>
      </p:sp>
      <p:pic>
        <p:nvPicPr>
          <p:cNvPr id="14" name="mermaid diagram" descr="3e71b539a31b9d6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1085" y="3243072"/>
            <a:ext cx="7629525" cy="112871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30352" y="45180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8503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earch-check_6571e64a04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9600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6643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8838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move you made all week carries straight in: before anyone argues for a target, ask what its numerator and denominator hold.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the week trained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improvement per group</a:t>
            </a:r>
          </a:p>
        </p:txBody>
      </p:sp>
      <p:sp>
        <p:nvSpPr>
          <p:cNvPr id="24" name="Oval 23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7320" y="6437376"/>
            <a:ext cx="55035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Monday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