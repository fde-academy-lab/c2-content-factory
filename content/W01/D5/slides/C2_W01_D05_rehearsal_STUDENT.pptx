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The afternoon, after the debrief's second half: the rehearsal in two rounds (100</a:t>
            </a:r>
          </a:p>
          <a:p>
            <a:r>
              <a:t>minutes), three timed design cases (40), and the Kahoot with Saturday's preview (20). Nothing new</a:t>
            </a:r>
          </a:p>
          <a:p>
            <a:r>
              <a:t>is taught; the afternoon is practice with a hostile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is fifty minutes in pairs, round two is fifty minutes of call-outs to the room.</a:t>
            </a:r>
          </a:p>
          <a:p>
            <a:r>
              <a:t>If time is short, round two is the first thing cut, never round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Name the four and the one thing each listens for. The note being rehearsed is the</a:t>
            </a:r>
          </a:p>
          <a:p>
            <a:r>
              <a:t>final version of Thursday's one-page note: the three answers Meera asked for, which is what goes to</a:t>
            </a:r>
          </a:p>
          <a:p>
            <a:r>
              <a:t>Monday's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timings add to two minutes. A learner who runs long almost always ran long in</a:t>
            </a:r>
          </a:p>
          <a:p>
            <a:r>
              <a:t>the evidence; the fix is one number fewer at the same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four pushes in a fair Marketing voice. The partner playing</a:t>
            </a:r>
          </a:p>
          <a:p>
            <a:r>
              <a:t>Marketing is doing the defender a favour, and the room should hear that before round one starts.</a:t>
            </a:r>
          </a:p>
          <a:p>
            <a:r>
              <a:t>The first push is the sharpest: the brief answers it in full, and a TA reads Marketing's lines while</a:t>
            </a:r>
          </a:p>
          <a:p>
            <a:r>
              <a:t>you model the answer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the three moves once with a volunteer playing Marketing on the</a:t>
            </a:r>
          </a:p>
          <a:p>
            <a:r>
              <a:t>Student question. Then say what it would sound like to fold (dropping the caveat) and to overclaim</a:t>
            </a:r>
          </a:p>
          <a:p>
            <a:r>
              <a:t>(calling the rise noise when you only know it is uncertain); the three moves sit between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minutes, of which S1 to S4 and S6 took the first six. The TAs walk the room. Each TA also uses this round to tell each of their learners,</a:t>
            </a:r>
          </a:p>
          <a:p>
            <a:r>
              <a:t>quietly and one at a time, the step the lab's observation sheet marked for them. Never aloud, never</a:t>
            </a:r>
          </a:p>
          <a:p>
            <a:r>
              <a:t>to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 before the round starts. Say it once: the card has no score because a score turns</a:t>
            </a:r>
          </a:p>
          <a:p>
            <a:r>
              <a:t>the partner into a judge, and the job is to be the harder audience, then the useful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50 minutes. Call names from a shuffled list, never by volunteering. The room's push comes</a:t>
            </a:r>
          </a:p>
          <a:p>
            <a:r>
              <a:t>from a learner who has not yet been called. Kavya's review is the trainer's one minute: what held,</a:t>
            </a:r>
          </a:p>
          <a:p>
            <a:r>
              <a:t>and the one change. This is the first round to cut if the day runs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Forty minutes, thirteen per case plus one to set up. The model answers are in the trainer's</a:t>
            </a:r>
          </a:p>
          <a:p>
            <a:r>
              <a:t>key and are read only after the room has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prompts are in exercises/unguided/C2_W01_D05_timed_cases_STUDENT.md. The model</a:t>
            </a:r>
          </a:p>
          <a:p>
            <a:r>
              <a:t>answers, their sizing and the real-company sources are in trainer/C2_W01_D05_timed_cases_key_TRAINER.md;</a:t>
            </a:r>
          </a:p>
          <a:p>
            <a:r>
              <a:t>read the model after the call-outs.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options sized against the two hours, for the reconciliation named</a:t>
            </a:r>
          </a:p>
          <a:p>
            <a:r>
              <a:t>as the step never dropped, and for the fact that would switch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checks ordered by cost against what each catches, for a stopping</a:t>
            </a:r>
          </a:p>
          <a:p>
            <a:r>
              <a:t>point, and for Finance's number treated as the reference until the bridge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13 minutes. Listen for the three moves from S4 and a test sized in visits and days: about 300</a:t>
            </a:r>
          </a:p>
          <a:p>
            <a:r>
              <a:t>visits each, about half a week at the current traffic. Folding and overclaiming are both answers you</a:t>
            </a:r>
          </a:p>
          <a:p>
            <a:r>
              <a:t>will hear.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Kahoot, Saturday previewed, the crux lines, tonight's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Run kahoot/C2_W01_D05_quiz_STUDENT.md. After each item, one sentence on the</a:t>
            </a:r>
          </a:p>
          <a:p>
            <a:r>
              <a:t>wrong answer most people picked,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Describe the format only; never preview an item. The pre-read for Saturday is in</a:t>
            </a:r>
          </a:p>
          <a:p>
            <a:r>
              <a:t>preread/ and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all five, then ask two learners which line they broke this morning. Keep it</a:t>
            </a:r>
          </a:p>
          <a:p>
            <a:r>
              <a:t>light; everybody broke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Close on the three tasks. The practice set is in exercises/practice/ and the TAs</a:t>
            </a:r>
          </a:p>
          <a:p>
            <a:r>
              <a:t>run the practice lab from it after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5085213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GROWTH-REVIEW REHEARSAL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note, defended aloud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“Then say it to me the way you will say it to her, because I will push the way Marketing will.”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 data team, to the trainees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rehearsal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055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601" y="5248656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996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4015" y="5248656"/>
            <a:ext cx="71523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The note, defended aloud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rehearsal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finding that cannot be said in two minutes to someone who disagrees has not been communicated.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room, and what each person wants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people will hear the note, and each listens for a different weakness.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rown_50cb0a914c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Meera Raghavan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page, two minutes, and what to do. She acts on the first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egaphone_df6318bcf2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OWNS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marketing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Defends the monsoon sale and the acquisition budget against your reading.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alculator_852ec1ae17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Anand Iyer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Checks that every number matches the books and can be audited.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dge-check_d6a22696841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PAID 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head of Retail-Plus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to know whether his tier is slipping and who to protect.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29412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6263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084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4404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46598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How do you know, what did you leave out, and what would change your mind? These are the questions every interviewer asks about a project too.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40" name="Oval 39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42" name="Oval 41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minutes, four parts, one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note read aloud keeps the shape it has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sentence, with the number and what it is out 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40 SECONDS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you computed, on how many, and how you checked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30 SECONDS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thing that would change the claim, said before anyone finds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20 SECONDS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What to do, what it costs, and what would tell us more.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306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160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caveat before Marketing finds it, so the room hears it as part of the claim.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 partner playing Marketing pushes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push is a fair question with a motive behind it; answer the question it asks.</a:t>
            </a:r>
          </a:p>
        </p:txBody>
      </p:sp>
      <p:pic>
        <p:nvPicPr>
          <p:cNvPr id="9" name="mermaid diagram" descr="9ad772b26513e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7621" y="1664208"/>
            <a:ext cx="4636452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full list, with a harder set for the second pairing, is in exercises/guided/C2_W01_D05_rehearsal_brief_STUDENT.md.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Holding a caveat without overclaiming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bound, offer the test: three moves that keep the claim the size the data supports.</a:t>
            </a:r>
          </a:p>
        </p:txBody>
      </p:sp>
      <p:pic>
        <p:nvPicPr>
          <p:cNvPr id="9" name="mermaid diagram" descr="658eabffd8fd6df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335" y="1664208"/>
            <a:ext cx="2637024" cy="34625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one: pairs, then a new 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Fifty minutes: each person defends twice, to two different Marketing partners.</a:t>
            </a:r>
          </a:p>
        </p:txBody>
      </p:sp>
      <p:pic>
        <p:nvPicPr>
          <p:cNvPr id="9" name="mermaid diagram" descr="979168cf412838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9591" y="1956816"/>
            <a:ext cx="8672512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pair one each twelve minutes runs: two minutes of the note read aloud, six of pushes and answers, four for the partner to fill the feedback card. Pair two takes ten: two, five and three.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feedback card has no score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a partner answers in writing, and the defender keeps the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hash_29aa8cda0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Quote the number and what it was out of, as you heard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hield_1aa1fb9820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caveat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Said before the push, after it, or not at all?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words_27269e7e5d7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hardest push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one landed, and what answer would have held it?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scissors_1ca78285f5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and cut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 to keep, one to cut.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41041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card is exercises/guided/C2_W01_D05_feedback_card_STUDENT.md, one per defence.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36" name="Oval 35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8" name="Oval 37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two: two minutes, to the whole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Random call-outs: the note read standing, one push from the room, Kavya's review.</a:t>
            </a:r>
          </a:p>
        </p:txBody>
      </p:sp>
      <p:pic>
        <p:nvPicPr>
          <p:cNvPr id="9" name="mermaid diagram" descr="5b384aa1cbb34c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6685" y="1956816"/>
            <a:ext cx="9458325" cy="871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746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About a dozen people are called in fifty minutes, so everybody prepares as if they are next.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rehearsal</a:t>
            </a:r>
          </a:p>
        </p:txBody>
      </p:sp>
      <p:sp>
        <p:nvSpPr>
          <p:cNvPr id="13" name="Oval 12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5" name="Oval 14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Three timed design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week's interview angles as a screen asks them: a situation, a clock, and your answer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a timed design case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Read, think, answer to a partner, then the room hears two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 MINUTE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case, its options and the real company it is like.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 MINUTES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paper: which option fits, sized how, and what would switch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 MINUTES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Answer aloud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minutes each, to your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call-outs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Two answers to the room, then the model answer.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design question is scored on three things said in order: the option you choose, its size in minutes, rupees or visits, and the fact that would move you to another.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7" name="Oval 3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9" name="Oval 3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1: Meera's first read in two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raw export, a review on Monday, and four plans that fit the clock differently.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 have two hours and a raw export; what do you do first, and what do you skip? Here the export is Q3 from the ERP, and DMart is the likeness: it publishes a provisional quarter days before its board signs the results.</a:t>
            </a:r>
          </a:p>
        </p:txBody>
      </p:sp>
      <p:pic>
        <p:nvPicPr>
          <p:cNvPr id="14" name="mermaid diagram" descr="2e76e40b7f3170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502152"/>
            <a:ext cx="11130991" cy="205554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7" name="Oval 16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2: zero rejects and a Rs 20 lakh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first quarter out of the migrated ERP, a pass that reports nothing, and Finance disagreeing.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Walk me through how you clean and check a dataset you have never seen. Here four checks cost from seconds to a day, and TSB is the likeness: a migrated platform trusted before it was reconciled.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illustrative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as the pass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24307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97814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17931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dashboard above Finance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43179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Case 3: 42 percent on twelve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product head wants to ship a result tomorrow, and your caveat is in the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2831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 attacks your caveat in front of the room; how do you hold it without overclaiming? Here a new checkout converted 42 percent on 12 visits against 31 percent on 1,200, and Bing is the likeness: a 12 percent lift checked before anyone believed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NEW CHECKOUT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 of 12 visits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CURRENT 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1,200 visits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0215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about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3722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VISITS PER CHECKOUT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3839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an equal split, to tell the two apart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69087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8" name="Oval 27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0" name="Oval 29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week in eight questions, Saturday's paper, and the one step to rerun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rehearsal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76815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3486" y="5074920"/>
            <a:ext cx="8987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Kahoot: the week's method in eight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on the method, two design calls and Thursday's return question, ungraded.</a:t>
            </a:r>
          </a:p>
        </p:txBody>
      </p:sp>
      <p:pic>
        <p:nvPicPr>
          <p:cNvPr id="9" name="mermaid diagram" descr="11a77ed4f1c2fc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697" y="1956816"/>
            <a:ext cx="9258300" cy="1628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12" name="Oval 1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14" name="Oval 1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Saturday: the week on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Pen and paper, no assistant, objective items, marked by a peer against the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ncil_56f1d29da1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120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Blanks from a word bank, pairs from a match table, statements judged with their reason, scenario sets, applied maths and ordering.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Swapped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Papers change hands and are marked against the key, read out by the Academic 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s-square_e3c3acbf84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most-missed items first, then the week's interview questions as interview answers.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3441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slash_1e230f308f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Ungraded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performance indicator for you and the team, never a ranking.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5" name="Oval 34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lines to carry out of the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lines, one per step the week made yours.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5681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counts and rupees to a control total before you quote a 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220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39877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zero-reject pass on a file you know is dirty is the first thing to investigate.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0416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4073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before rate: put the order count beside every rate before it leads a note.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24612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8269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Shuffle what belongs together, which this week is the customer.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688080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24656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claim with its denominator, the caveat before they find it, and what would change your mind.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21" name="Oval 20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23" name="Oval 22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what Saturday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rerun, one recap, and nothing to install until Sunday.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FIX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your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step the TA marked, on the practice export, with one line on what you will do differently.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RECAP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sentence; both are on Saturday's paper.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SETUP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Sunday evening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2 works in a live Postgres connection from VS Code; the setup steps arrive on Sunday.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Monday, Meera hears a note from someone who rebuilt every number in it alone this morning and reconciled it to Anand's books.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rehearsal</a:t>
            </a:r>
          </a:p>
        </p:txBody>
      </p:sp>
      <p:sp>
        <p:nvSpPr>
          <p:cNvPr id="32" name="Oval 31"/>
          <p:cNvSpPr/>
          <p:nvPr/>
        </p:nvSpPr>
        <p:spPr>
          <a:xfrm>
            <a:off x="16039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3642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Three timed design cases</a:t>
            </a:r>
          </a:p>
        </p:txBody>
      </p:sp>
      <p:sp>
        <p:nvSpPr>
          <p:cNvPr id="34" name="Oval 33"/>
          <p:cNvSpPr/>
          <p:nvPr/>
        </p:nvSpPr>
        <p:spPr>
          <a:xfrm>
            <a:off x="318354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3268" y="6437376"/>
            <a:ext cx="68837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