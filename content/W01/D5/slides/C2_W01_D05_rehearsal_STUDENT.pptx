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design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Read the three questions and start round one's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 If</a:t>
            </a:r>
          </a:p>
          <a:p>
            <a:r>
              <a:t>time is short, cut round two first and keep round one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Read who needs the answer and the six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Name the four and the one thing each listens for. The note being rehearsed is the</a:t>
            </a:r>
          </a:p>
          <a:p>
            <a:r>
              <a:t>final version of Thursday's one-page note: Meera's three questions, the Retail-Plus gap, the Student</a:t>
            </a:r>
          </a:p>
          <a:p>
            <a:r>
              <a:t>rise and the monsoon sale, each as claim, evidence, caveat and action,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timings add to two minutes. A learner who runs long almost always ran long in</a:t>
            </a:r>
          </a:p>
          <a:p>
            <a:r>
              <a:t>the evidence; the fix is one number fewer at the same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fair Marketing voice. The partner playing Marketing is</a:t>
            </a:r>
          </a:p>
          <a:p>
            <a:r>
              <a:t>doing the defender a favour, and the room should hear that before round one starts. The first push</a:t>
            </a:r>
          </a:p>
          <a:p>
            <a:r>
              <a:t>is the sharpest: the brief answers it in full, and after S7 a TA reads Marketing's lines while you</a:t>
            </a:r>
          </a:p>
          <a:p>
            <a:r>
              <a:t>model the answer once, in four minutes. It is on neither pair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Demonstrate the three moves once with a volunteer playing Marketing on the Student</a:t>
            </a:r>
          </a:p>
          <a:p>
            <a:r>
              <a:t>question. Then say what it would sound like to fold (dropping the caveat) and to overclaim (calling</a:t>
            </a:r>
          </a:p>
          <a:p>
            <a:r>
              <a:t>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minutes: the modelled push. A TA reads Marketing's lines from the rehearsal brief, the</a:t>
            </a:r>
          </a:p>
          <a:p>
            <a:r>
              <a:t>monsoon sale's two averages, and you answer once in the three moves, using the segment table the</a:t>
            </a:r>
          </a:p>
          <a:p>
            <a:r>
              <a:t>brief prints. The brief carries the answer in full; this slide is its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minutes: S1 to S6 and S9 take eight, Marketing's sharpest push, modelled once with a TA,</a:t>
            </a:r>
          </a:p>
          <a:p>
            <a:r>
              <a:t>takes four, and the pairs take the other 38. The TAs walk the room. Each TA also uses this round to</a:t>
            </a:r>
          </a:p>
          <a:p>
            <a:r>
              <a:t>tell each of their learners, quietly and one at a time, the step the lab's observation sheet marked</a:t>
            </a:r>
          </a:p>
          <a:p>
            <a:r>
              <a:t>for them. Never aloud, never 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Show each answer slide only after the</a:t>
            </a:r>
          </a:p>
          <a:p>
            <a:r>
              <a:t>two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who needs the answer and the three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answers, their sizing and the real-company sources are in trainer/C2_W01_D05_timed_cases_key_TRAINER.md;</a:t>
            </a:r>
          </a:p>
          <a:p>
            <a:r>
              <a:t>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minutes: read 1, think 3, pairs 4, two call-outs 3, the next slide 2. Listen for every plan</a:t>
            </a:r>
          </a:p>
          <a:p>
            <a:r>
              <a:t>sized from the lab's pace, for the reconciliation named as the step never dropped, and for the fact</a:t>
            </a:r>
          </a:p>
          <a:p>
            <a:r>
              <a:t>that would switch the plan. The 2,000 orders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after the call-outs. The model answer in full is in the trainer's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checks ordered by cost against what each catches, for a stopping</a:t>
            </a:r>
          </a:p>
          <a:p>
            <a:r>
              <a:t>point, and for Finance's number treated as the reference until the bridge closes. The 50,000 rows</a:t>
            </a:r>
          </a:p>
          <a:p>
            <a:r>
              <a:t>and the Rs 20 lakh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S6 and a test sized in visits and days. Folding</a:t>
            </a:r>
          </a:p>
          <a:p>
            <a:r>
              <a:t>and overclaiming are both answers you will hear. The traffic figures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after the call-outs. D gathers more evidence than C in four times the time; the</a:t>
            </a:r>
          </a:p>
          <a:p>
            <a:r>
              <a:t>arithmetic is in the trainer's key, for a TA asked, never for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 wrong</a:t>
            </a:r>
          </a:p>
          <a:p>
            <a:r>
              <a:t>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Does your note hold when Marketing pushes?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98195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52018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556758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Does the note hold?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5454" y="552018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9502" y="5556758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approach fits?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267" y="552018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2315" y="5556758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is yours now?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Does your note hold when Marketing pushes?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questions for the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your note hold when Marketing pushes, and what do you do when the clock runs?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SECTION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the note hold?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Thursday's note, defended in pairs and then to the room.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SECTION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approach fits?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timed design cases, answered aloud.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SECTION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What is yours now?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Kahoot, Saturday's paper and tonight's rerun.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27" name="Oval 2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29" name="Oval 28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the note hold?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Does your note hold when a partner playing Marketing pushes, and can you keep its caveat without folding or overclaiming?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the note hold?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approach fits?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91918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yours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Does your note hold when Marketing pushes?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six questions, over two rounds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Meera, at Monday's growth review with Marketing in the room: a caveat that folds under a push sends her budget after a number that has not earned it, and one that overclaims loses the room.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hears the note?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Four people, four weaknesses.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do two minutes fit?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Four parts, one order.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will Marketing push?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Fair questions with motives.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do you hold a caveat?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Restate, bound, offer the test.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do the rounds run?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Pairs, then the room.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What does a partner write?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Four answers, no score.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45" name="Oval 4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47" name="Oval 46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people hear the note, each for a weakness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hears the note on Monday, and what does each listen for?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40" name="Oval 39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42" name="Oval 41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parts in two minutes, always in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 two minutes carry the note's four parts?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306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04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caveat before Marketing finds it, so the room hears it as part of the claim.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37" name="Oval 3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39" name="Oval 38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Marketing pushes with numbers that are 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will a partner playing Marketing push on?</a:t>
            </a:r>
          </a:p>
        </p:txBody>
      </p:sp>
      <p:pic>
        <p:nvPicPr>
          <p:cNvPr id="9" name="mermaid diagram" descr="d24cc5219b20679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273" y="1682496"/>
            <a:ext cx="3196483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132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push is a fair question with a motive behind it, so the answer is to the question it asks. The pair lists, with a harder set for the second pairing, are in the rehearsal brief.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15" name="Oval 14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Restate, bound, offer the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 you hold a caveat without folding or overclaiming?</a:t>
            </a:r>
          </a:p>
        </p:txBody>
      </p:sp>
      <p:pic>
        <p:nvPicPr>
          <p:cNvPr id="9" name="mermaid diagram" descr="d1926ba03ed1f2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3823" y="1682496"/>
            <a:ext cx="1459382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19" name="Oval 18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sharpest push agrees with the numbers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 you answer a push whose every number is true?</a:t>
            </a:r>
          </a:p>
        </p:txBody>
      </p:sp>
      <p:pic>
        <p:nvPicPr>
          <p:cNvPr id="9" name="mermaid diagram" descr="c239db21db2649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96049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Folding loses the finding and overclaiming loses the room; the answer that holds agrees with Marketing's arithmetic and then shows who the blend was made of.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15" name="Oval 14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person defends twice, to two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round one run?</a:t>
            </a:r>
          </a:p>
        </p:txBody>
      </p:sp>
      <p:pic>
        <p:nvPicPr>
          <p:cNvPr id="9" name="mermaid diagram" descr="c22a4ac1a0df1c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70332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ten minutes runs: two minutes of the note read aloud, five of pushes and answers, three for the partner to fill the feedback card. Pair two takes nine: two, four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15" name="Oval 14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partner writes four answers and no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partner write on the card?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defence; the defender keeps it.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36" name="Oval 35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38" name="Oval 37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dozen notes, two minutes each, to the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round two run?</a:t>
            </a:r>
          </a:p>
        </p:txBody>
      </p:sp>
      <p:pic>
        <p:nvPicPr>
          <p:cNvPr id="9" name="mermaid diagram" descr="85aedfa4d01344f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4604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the note hold?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15" name="Oval 14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approach fits?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approach fits each case, sized how, and what would make you switch?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the note hold?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approach fits?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91918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is yours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Does your note hold when Marketing pushes?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three cases, thirteen minutes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cases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 interviewer asking the design question, and behind each case a Kalpa stakeholder who acts on the call: Meera, Anand and the product head.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24557" y="3496056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CASE 1</a:t>
            </a:r>
          </a:p>
        </p:txBody>
      </p:sp>
      <p:sp>
        <p:nvSpPr>
          <p:cNvPr id="14" name="Oval 13"/>
          <p:cNvSpPr/>
          <p:nvPr/>
        </p:nvSpPr>
        <p:spPr>
          <a:xfrm>
            <a:off x="222397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3588410" cy="904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 you leave out?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Meera's first read in two hours.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164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CASE 2</a:t>
            </a:r>
          </a:p>
        </p:txBody>
      </p:sp>
      <p:sp>
        <p:nvSpPr>
          <p:cNvPr id="19" name="Oval 18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01642" y="3816096"/>
            <a:ext cx="3588410" cy="904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623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check runs first?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623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Zero rejects and a Rs 20 lakh gap.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2932" y="2929128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CASE 3</a:t>
            </a:r>
          </a:p>
        </p:txBody>
      </p:sp>
      <p:sp>
        <p:nvSpPr>
          <p:cNvPr id="24" name="Oval 23"/>
          <p:cNvSpPr/>
          <p:nvPr/>
        </p:nvSpPr>
        <p:spPr>
          <a:xfrm>
            <a:off x="9766554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2932" y="3816096"/>
            <a:ext cx="3588410" cy="90424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7524" y="3962400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Can 12 visits beat 1,200?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7524" y="4250182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42 percent on twelve visits.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30" name="Oval 29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32" name="Oval 31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Read, think, answer aloud, then two call-outs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a timed design case run?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its options and the real company it is like.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which option fits, sized how, and what would switch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design question is scored on three things said in order: the option you choose, its size in minutes, rupees or visits, and the fact that would move you to another.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37" name="Oval 3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39" name="Oval 38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step do you leave 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wants a first read on Q3 in two hours, from a raw export of about 2,000 orders: which plan?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plan fits the clock at the lab's pace. Choose one: a) no reconciliation; b) no test, the note marked provisional; c) the tree and a test for one segment only; d) no profile, straight to cleaning.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9291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32613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71088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1" y="30754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1" y="32948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DMart is the likeness: it puts out a provisional quarter days before it files the results.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19" name="Oval 18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21" name="Oval 20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leave out the test, never the reconciliation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plan fits, what does each cost, and what would switch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416144"/>
                <a:gridCol w="68004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 at the lab's pace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leaves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reconciliation, the step that can flip the first line's sign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test; the note says provisional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segment but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profile, so it cleans only the defects someone expected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B. Every plan fits the clock, so the call is which step to leave out. Switch to B with a test on the gap Meera will act on, trimming the tree; with no control total, say so in the first line.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19" name="Oval 18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check runs first on the gap?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migrated ERP's first quarter: zero rejects, and the dashboard Rs 20 lakh above Anand's books.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About 50,000 rows. Choose the order: a) the ledger match first, since it names every order; b) ids against rows and the value accounting, then a monthly bridge; c) the monthly bridge first, then ids against rows; d) the dashboard's own query, since it ran for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958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35280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37788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1" y="33421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1" y="35615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TSB is a loose likeness: a new platform whose output was trusted before it was checked.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19" name="Oval 18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21" name="Oval 20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cells, then the bridge, then stop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check runs first, and where do you stop?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5726"/>
                <a:gridCol w="4579744"/>
                <a:gridCol w="310552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catches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Cost on 50,000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Ids against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batch posted twice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cell, seconds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value summed or logged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Values set to zero without a log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cell, minutes to read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rupee bridge by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big the gap is, and in which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30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ledger, order by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orders differ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Most of a 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5237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334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b. The two cheap checks catch the commonest causes, the bridge says whether they explain the whole Rs 20 lakh, and only a month it cannot close is matched order by order. Tonight Anand hears that his number is the reference.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17" name="Oval 16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19" name="Oval 18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can 5 of 12 visits beat 31 percent?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redesigned checkout converted 5 of 12 visits; the current one converted 31 percent of 1,200. Ship it tomorrow?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ship to everyone now; b) keep the pilot small and wait, at about 12 visits a week; c) split the traffic in half until each checkout has about 300 visits; d) one visit in ten to the new checkout for a fortnight.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958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35280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37788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1" y="33421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1" y="35615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Bing is the likeness: a 12 percent revenue lift checked before anyone believed it.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19" name="Oval 18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21" name="Oval 20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split the traffic for about half a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option fits, sized in visits and days, and what would switch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VISITS PER CHECKOUT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case's given size to tell 42% from 31%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half a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AT 1,200 VISITS A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half-and-half split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 in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CHANCE ALONE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 or more of 12 at a true 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c. Waiting at 12 visits a week takes about 14 weeks, and shipping now bets on five conversions. Switch to d, one visit in ten for a fortnight, when a worse checkout would lose money.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28" name="Oval 27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approach fits?</a:t>
            </a:r>
          </a:p>
        </p:txBody>
      </p:sp>
      <p:sp>
        <p:nvSpPr>
          <p:cNvPr id="30" name="Oval 29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is yours now?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is yours now?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did the week make yours, what does Saturday ask, and what do you rerun tonight?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the note hold?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2111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approach fits?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91918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is yours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Does your note hold when Marketing pushes?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four questions, in twenty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You, before Saturday's paper and Monday's review: the lines you carry out of the week are the ones Marketing and an interviewer will test.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3145" y="3496056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75256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645587" cy="904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Did the method stick?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Kahoot, eight items.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8819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458102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58819" y="3816096"/>
            <a:ext cx="2645587" cy="904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3411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Saturday ask?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3411" y="4250182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paper's format.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7287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740949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7287" y="3816096"/>
            <a:ext cx="2645587" cy="904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1879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lines carry over?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250182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Five, one per step.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755" y="2929128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10237965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15755" y="3816096"/>
            <a:ext cx="2645587" cy="90424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347" y="3962400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What do you rerun?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4250182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Tonight's three tasks.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35" name="Oval 3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37" name="Oval 36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yours now?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questions test the week's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the week's method stick, and which calls still wobble?</a:t>
            </a:r>
          </a:p>
        </p:txBody>
      </p:sp>
      <p:pic>
        <p:nvPicPr>
          <p:cNvPr id="9" name="mermaid diagram" descr="6c2541ae5daca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23574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605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Three items on the method, four design calls and Thursday's return question, ungraded.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13" name="Oval 12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15" name="Oval 14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yours now?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 puts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Saturday's paper ask, and how is it marked?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Blanks from a word bank, pairs from a match table, statements judged with their reason,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with no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35" name="Oval 34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37" name="Oval 36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yours now?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lines, one per step the week made yours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lines carry out of the week?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counts and rupees to a control total before you quote a 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zero-reject pass on a file you know is dirty is the first thing to investigate.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put the order count beside every rate before it leads a note.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 each customer's own two quarters together in every shuffle.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21" name="Oval 20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23" name="Oval 22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yours now?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rerun, one recap, and nothing to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do tonight, and what does Saturday ask you to bring?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 and reconciled it to Anand's books.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the note hold?</a:t>
            </a:r>
          </a:p>
        </p:txBody>
      </p:sp>
      <p:sp>
        <p:nvSpPr>
          <p:cNvPr id="32" name="Oval 31"/>
          <p:cNvSpPr/>
          <p:nvPr/>
        </p:nvSpPr>
        <p:spPr>
          <a:xfrm>
            <a:off x="18799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8967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approach fits?</a:t>
            </a:r>
          </a:p>
        </p:txBody>
      </p:sp>
      <p:sp>
        <p:nvSpPr>
          <p:cNvPr id="34" name="Oval 33"/>
          <p:cNvSpPr/>
          <p:nvPr/>
        </p:nvSpPr>
        <p:spPr>
          <a:xfrm>
            <a:off x="32755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852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is yours now?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