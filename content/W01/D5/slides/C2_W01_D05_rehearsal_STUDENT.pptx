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 TA reads Marketing's lines while</a:t>
            </a:r>
          </a:p>
          <a:p>
            <a:r>
              <a:t>you model the answer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options sized against the two hours, for the reconciliation named</a:t>
            </a:r>
          </a:p>
          <a:p>
            <a:r>
              <a:t>as the step never dropped, and 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 it asks.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79168cf412838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fit the clock differently.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its board signs the results.</a:t>
            </a:r>
          </a:p>
        </p:txBody>
      </p:sp>
      <p:pic>
        <p:nvPicPr>
          <p:cNvPr id="14" name="mermaid diagram" descr="2e76e40b7f3170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502152"/>
            <a:ext cx="11130991" cy="20555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the likeness: a migrated platform trusted before it was reconciled.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an equal split, 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method, two design calls and Thursday's return question, ungraded.</a:t>
            </a:r>
          </a:p>
        </p:txBody>
      </p:sp>
      <p:pic>
        <p:nvPicPr>
          <p:cNvPr id="9" name="mermaid diagram" descr="11a77ed4f1c2fc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697" y="1956816"/>
            <a:ext cx="9258300" cy="1628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together, which this week is the customer.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