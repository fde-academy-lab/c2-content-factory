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design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cut round two first and keep round one whole.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timings add to two minutes. A learner who runs long almost always ran long in</a:t>
            </a:r>
          </a:p>
          <a:p>
            <a:r>
              <a:t>the evidence; the fix is one number fewer at the same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fair Marketing voice. The partner playing</a:t>
            </a:r>
          </a:p>
          <a:p>
            <a:r>
              <a:t>Marketing is doing the defender a favour, and the room should hear that before round one starts.</a:t>
            </a:r>
          </a:p>
          <a:p>
            <a:r>
              <a:t>The first push is the sharpest: the brief answers it in full, and a TA reads Marketing's lines while</a:t>
            </a:r>
          </a:p>
          <a:p>
            <a:r>
              <a:t>you model the answer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minutes, of which S1 to S4 and S6 took the first six.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answers, their sizing and the real-company sources are in trainer/C2_W01_D05_timed_cases_key_TRAINER.md;</a:t>
            </a:r>
          </a:p>
          <a:p>
            <a:r>
              <a:t>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options sized against the two hours, for the reconciliation named</a:t>
            </a:r>
          </a:p>
          <a:p>
            <a:r>
              <a:t>as the step never dropped, and for the fact that would switch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checks ordered by cost against what each catches, for a stopping</a:t>
            </a:r>
          </a:p>
          <a:p>
            <a:r>
              <a:t>point, and for Finance's number treated as the reference until the bridge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 and a test sized in visits and days: about 300</a:t>
            </a:r>
          </a:p>
          <a:p>
            <a:r>
              <a:t>visits each, about half a week at the current traffic. Folding and overclaiming are both answers you</a:t>
            </a:r>
          </a:p>
          <a:p>
            <a:r>
              <a:t>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996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4015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306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1604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caveat before Marketing finds it, so the room hears it as part of the claim.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 it asks.</a:t>
            </a:r>
          </a:p>
        </p:txBody>
      </p:sp>
      <p:pic>
        <p:nvPicPr>
          <p:cNvPr id="9" name="mermaid diagram" descr="9ad772b26513e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658eabffd8fd6d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979168cf412838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591" y="1956816"/>
            <a:ext cx="8672512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twelve minutes runs: two minutes of the note read aloud, six of pushes and answers, four for the partner to fill the feedback card. Pair two takes ten: two, five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5b384aa1cbb3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design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design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its options and the real company it is like.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which option fits, sized how, and what would switch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design question is scored on three things said in order: the option you choose, its size in minutes, rupees or visits, and the fact that would move you to another.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Meera's first read in two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raw export, a review on Monday, and four plans that fit the clock differently.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Q3 from the ERP, and DMart is the likeness: it publishes a provisional quarter days before its board signs the results.</a:t>
            </a:r>
          </a:p>
        </p:txBody>
      </p:sp>
      <p:pic>
        <p:nvPicPr>
          <p:cNvPr id="14" name="mermaid diagram" descr="2e76e40b7f31703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502152"/>
            <a:ext cx="11130991" cy="205554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first quarter out of the migrated ERP, a pass that reports nothing, and Finance disagreeing.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four checks cost from seconds to a day, and TSB is the likeness: a migrated platform trusted before it was reconciled.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illustrative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above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ship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converted 42 percent on 12 visits against 31 percent on 1,200, and Bing is the likeness: a 12 percent lift checked before anyone believed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CHECKOUT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 of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CHECKOUT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about 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VISITS PER CHECKOUT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an equal split, to tell the two apart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eight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eight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on the method, two design calls and Thursday's return question, ungraded.</a:t>
            </a:r>
          </a:p>
        </p:txBody>
      </p:sp>
      <p:pic>
        <p:nvPicPr>
          <p:cNvPr id="9" name="mermaid diagram" descr="11a77ed4f1c2fc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6697" y="1956816"/>
            <a:ext cx="9258300" cy="16287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Blanks from a word bank, pairs from a match table, statements judged with their reason,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with no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lines, one per step the week made yours.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counts and rupees to a control total before you quote a total.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zero-reject pass on a file you know is dirty is the first thing to investigate.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put the order count beside every rate before it leads a note.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Shuffle what belongs together, which this week is the customer.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 and reconciled it to Anand's books.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