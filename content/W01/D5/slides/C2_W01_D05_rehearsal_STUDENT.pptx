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analyst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round two is the first thing cut, never round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fewer, never a faster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Marketing voice, not a villain's. The partner playing</a:t>
            </a:r>
          </a:p>
          <a:p>
            <a:r>
              <a:t>Marketing is doing the defender a favour, and the room should hear that before round one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 are in trainer/C2_W01_D05_timed_cases_key_TRAINER.md; 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order: profile, reconcile, then the investigation ladder. What a</a:t>
            </a:r>
          </a:p>
          <a:p>
            <a:r>
              <a:t>strong answer skips, and says it skips, is as important as what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rupee reconciliation and for suspicion of the zero. A candidate who</a:t>
            </a:r>
          </a:p>
          <a:p>
            <a:r>
              <a:t>starts by blaming Finance's number has skipped the first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S4: restate with the denominator, bound what the</a:t>
            </a:r>
          </a:p>
          <a:p>
            <a:r>
              <a:t>data says, offer the test and its size. Folding and overclaiming are both answers you 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91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963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caveat said first is a sign of control. The same caveat dragged out of you by Marketing reads as a retreat.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question, not the motive.</a:t>
            </a:r>
          </a:p>
        </p:txBody>
      </p:sp>
      <p:pic>
        <p:nvPicPr>
          <p:cNvPr id="9" name="mermaid diagram" descr="fa53dd226fe275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1e64eb23838bf9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1f646fc783aad5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6753" y="1956816"/>
            <a:ext cx="8358187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twelve minutes runs: two minutes of the note read aloud, six of pushes and answers, four for the partner to fill the feedback card and hand it over.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aee3bf44cdc4d2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silently,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the first move, what you skip, and why.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timed case is scored on the order of your moves and the reasons you give for each, long before the final number.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two hours and a raw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drop to explain, a file nobody has checked, and a deadline.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a food-delivery client's orders, and sales fell 15 percent last month.</a:t>
            </a:r>
          </a:p>
        </p:txBody>
      </p:sp>
      <p:pic>
        <p:nvPicPr>
          <p:cNvPr id="14" name="mermaid diagram" descr="5f7354f74383a1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8316" y="3243072"/>
            <a:ext cx="6215062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cleaning run that reports nothing, and Finance disagreeing anyway.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your pass on 50,000 rows reports zero rejects, and the dashboard and Finance disagree by Rs 20 lakh.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against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scale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flow converted 42 percent on 12 visits against 31 percent on 1,200.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decide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six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six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 and one return question from Thursday, ungraded.</a:t>
            </a:r>
          </a:p>
        </p:txBody>
      </p:sp>
      <p:pic>
        <p:nvPicPr>
          <p:cNvPr id="9" name="mermaid diagram" descr="24ea5ce26292ed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74206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110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Fill in the blank, true or false, single and multiple choice,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never a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lines close the study notes, word for 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total you have not reconciled is a guess with a decimal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a rate on ten orders is a rumour with a percent sign.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together: the customer, not the order.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Monday's review will hear a note from somebody who rebuilt it alone this morning. That is the whole point of the day.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