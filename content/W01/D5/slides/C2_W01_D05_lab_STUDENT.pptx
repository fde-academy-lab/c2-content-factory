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The</a:t>
            </a:r>
          </a:p>
          <a:p>
            <a:r>
              <a:t>first is the morning's 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During the lab only S7, the step names and their minutes, stays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replaces a self-study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d7d8ff8209a87d03.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9465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60438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120091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that does not tie to his books is sent back, and a misread branch sends Monday's effort to the wrong team,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1432138c01826724.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shows each person which steps they own, and ranks nobody.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and no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4c7eb4f0a46ddb02.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minutes are a pace; the order of the steps is fixed.</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201676"/>
          </a:xfrm>
          <a:prstGeom prst="rect">
            <a:avLst/>
          </a:prstGeom>
          <a:noFill/>
        </p:spPr>
        <p:txBody>
          <a:bodyPr wrap="square" anchor="t" lIns="0" rIns="0" tIns="0" bIns="0">
            <a:spAutoFit/>
          </a:bodyPr>
          <a:lstStyle/>
          <a:p>
            <a:pPr algn="l"/>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201676"/>
          </a:xfrm>
          <a:prstGeom prst="rect">
            <a:avLst/>
          </a:prstGeom>
          <a:noFill/>
        </p:spPr>
        <p:txBody>
          <a:bodyPr wrap="square" anchor="t" lIns="0" rIns="0" tIns="0" bIns="0">
            <a:spAutoFit/>
          </a:bodyPr>
          <a:lstStyle/>
          <a:p>
            <a:pPr algn="l"/>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201676"/>
          </a:xfrm>
          <a:prstGeom prst="rect">
            <a:avLst/>
          </a:prstGeom>
          <a:noFill/>
        </p:spPr>
        <p:txBody>
          <a:bodyPr wrap="square" anchor="t" lIns="0" rIns="0" tIns="0" bIns="0">
            <a:spAutoFit/>
          </a:bodyPr>
          <a:lstStyle/>
          <a:p>
            <a:pPr algn="l"/>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201676"/>
          </a:xfrm>
          <a:prstGeom prst="rect">
            <a:avLst/>
          </a:prstGeom>
          <a:noFill/>
        </p:spPr>
        <p:txBody>
          <a:bodyPr wrap="square" anchor="t" lIns="0" rIns="0" tIns="0" bIns="0">
            <a:spAutoFit/>
          </a:bodyPr>
          <a:lstStyle/>
          <a:p>
            <a:pPr algn="l"/>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201676"/>
          </a:xfrm>
          <a:prstGeom prst="rect">
            <a:avLst/>
          </a:prstGeom>
          <a:noFill/>
        </p:spPr>
        <p:txBody>
          <a:bodyPr wrap="square" anchor="t" lIns="0" rIns="0" tIns="0" bIns="0">
            <a:spAutoFit/>
          </a:bodyPr>
          <a:lstStyle/>
          <a:p>
            <a:pPr algn="l"/>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201676"/>
          </a:xfrm>
          <a:prstGeom prst="rect">
            <a:avLst/>
          </a:prstGeom>
          <a:noFill/>
        </p:spPr>
        <p:txBody>
          <a:bodyPr wrap="square" anchor="t" lIns="0" rIns="0" tIns="0" bIns="0">
            <a:spAutoFit/>
          </a:bodyPr>
          <a:lstStyle/>
          <a:p>
            <a:pPr algn="l"/>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bd3afd9b7bd14d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its order holds under a clock.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