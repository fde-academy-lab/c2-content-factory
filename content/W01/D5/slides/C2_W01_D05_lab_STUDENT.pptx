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four questions on the table from the row. The first one is the morning's</a:t>
            </a:r>
          </a:p>
          <a:p>
            <a:r>
              <a:t>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break,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28a4e9564881742b.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3557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4530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682752"/>
          </a:xfrm>
          <a:prstGeom prst="rect">
            <a:avLst/>
          </a:prstGeom>
          <a:noFill/>
        </p:spPr>
        <p:txBody>
          <a:bodyPr wrap="square" anchor="t" lIns="0" rIns="0" tIns="0" bIns="0">
            <a:spAutoFit/>
          </a:bodyPr>
          <a:lstStyle/>
          <a:p>
            <a:r>
              <a:rPr sz="1500" b="0" i="0">
                <a:solidFill>
                  <a:srgbClr val="FFFFFF"/>
                </a:solidFill>
                <a:latin typeface="Calibri"/>
              </a:rPr>
              <a:t>Whether the week's pipeline is yours or the notebook's; which step you reach for first on a fresh export; whether your note survives a hostile question; what you still cannot do without help.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91b3a040400b7a85.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finds out what you own; it does not rank anybody.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not scored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e4dbf5c0b9b1c819.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are a pace, not a limit; the order is not optional.</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8e59c08a408565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It does not change what you handed in; it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the order holds under a clock, not when each step is remembered.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