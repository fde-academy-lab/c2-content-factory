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Anand said this on Wednesday, and this morning most of the room shipped a number</a:t>
            </a:r>
          </a:p>
          <a:p>
            <a:r>
              <a:t>Finance would have sent back. The debrief runs forty minutes in two halves: the reconciliation</a:t>
            </a:r>
          </a:p>
          <a:p>
            <a:r>
              <a:t>before lunch, then the two breaks the TAs' tally names after lunch. Every example on these slides</a:t>
            </a:r>
          </a:p>
          <a:p>
            <a:r>
              <a:t>is invented, labelled invented, and none uses a number from the lab file. The rerun on the real file</a:t>
            </a:r>
          </a:p>
          <a:p>
            <a:r>
              <a:t>happens live in the notebook, from the lab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minutes, before lunch: the invented case on S1 to S6, then one rerun on the projector</a:t>
            </a:r>
          </a:p>
          <a:p>
            <a:r>
              <a:t>from trainer/C2_W01_D05_lab_reference_TRAINER.ipynb, section 3, then two learners read their</a:t>
            </a:r>
          </a:p>
          <a:p>
            <a:r>
              <a:t>second-look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three numbers and the sentence a hurried note would carry. Ask how many</a:t>
            </a:r>
          </a:p>
          <a:p>
            <a:r>
              <a:t>sent a headline in this shape this morning, by hand, without naming anyone. The TA tally already</a:t>
            </a:r>
          </a:p>
          <a:p>
            <a:r>
              <a:t>knows; the room should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Option a is Monday's instinct and a good one on a different day; d</a:t>
            </a:r>
          </a:p>
          <a:p>
            <a:r>
              <a:t>is the decomposition, which is the right step on data you already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Walk the bridge left to right. Then open the reference notebook,</a:t>
            </a:r>
          </a:p>
          <a:p>
            <a:r>
              <a:t>section 3, and run the bridge cell and the four-headline table on the projector: this is the one</a:t>
            </a:r>
          </a:p>
          <a:p>
            <a:r>
              <a:t>rerun on the real file. Read the four headlines aloud and let the room match its own number to a</a:t>
            </a:r>
          </a:p>
          <a:p>
            <a:r>
              <a:t>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point to land: the error changed the sign of the finding, so it changed the</a:t>
            </a:r>
          </a:p>
          <a:p>
            <a:r>
              <a:t>decision, not the precision. Ask one learner what Meera would have done on Monday with each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why the reconciliation comes before the tree in the method: repeated rows</a:t>
            </a:r>
          </a:p>
          <a:p>
            <a:r>
              <a:t>do not only inflate a total, they manufacture a frequency rise. If the tally shows people named a</a:t>
            </a:r>
          </a:p>
          <a:p>
            <a:r>
              <a:t>frequency branch this morning, this slide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minutes, then two learners read their second-look line from the lab notebook: one whose</a:t>
            </a:r>
          </a:p>
          <a:p>
            <a:r>
              <a:t>totals landed and one whose did not. Thank both the same way. Then lunch. The TAs' tally over lunch</a:t>
            </a:r>
          </a:p>
          <a:p>
            <a:r>
              <a:t>picks the next two breaks from the three that follow; the others become self-study.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Run this chapter if the tally shows people set an unconvertible</a:t>
            </a:r>
          </a:p>
          <a:p>
            <a:r>
              <a:t>amount to zero or skipped it without logging it. If fewer than a quarter did, make it self-study</a:t>
            </a:r>
          </a:p>
          <a:p>
            <a:r>
              <a:t>and run S14 in its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code as a hurried analyst's honest attempt: it runs, it reports no</a:t>
            </a:r>
          </a:p>
          <a:p>
            <a:r>
              <a:t>errors, and it is short by exactly one large order. Nobody in the room should feel caught; this is</a:t>
            </a:r>
          </a:p>
          <a:p>
            <a:r>
              <a:t>the most natural line of Python in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The popular wrong answer is a, and it is the answer the zero-coercing</a:t>
            </a:r>
          </a:p>
          <a:p>
            <a:r>
              <a:t>pass was designed, by accident, to 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Then run the reference notebook's zero-coercing cell in section 2</a:t>
            </a:r>
          </a:p>
          <a:p>
            <a:r>
              <a:t>on the projector: one line, and the real Q1 falls short of the control total by one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two learners which branch their own row took this morning and why. The</a:t>
            </a:r>
          </a:p>
          <a:p>
            <a:r>
              <a:t>decision is theirs to defend; the only wrong answer is the one with no log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Run this chapter if the tally shows notes that lead with a segment's</a:t>
            </a:r>
          </a:p>
          <a:p>
            <a:r>
              <a:t>rate without its order count, or a shuffle on the wrong unit. The reserve slides D14 and D15 cover</a:t>
            </a:r>
          </a:p>
          <a:p>
            <a:r>
              <a:t>the other two breaks the lab 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it as the headline many notes led with. The number is correct; the question</a:t>
            </a:r>
          </a:p>
          <a:p>
            <a:r>
              <a:t>is whether it deserves the first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Option c is the overcorrection: the move is real money and Meera</a:t>
            </a:r>
          </a:p>
          <a:p>
            <a:r>
              <a:t>should hear it, in the caveat, with its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d. Then open the reference notebook, section 4, and show the tree</a:t>
            </a:r>
          </a:p>
          <a:p>
            <a:r>
              <a:t>table on the projector: the room reads which branch moved and on how many orders. Do not read it</a:t>
            </a:r>
          </a:p>
          <a:p>
            <a:r>
              <a:t>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more than a quarter of the room shuffled orders; then run it for</a:t>
            </a:r>
          </a:p>
          <a:p>
            <a:r>
              <a:t>five minutes in place of chapter 2 or 3, and show the reference notebook's wrong-unit cell in</a:t>
            </a:r>
          </a:p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notes quoting a mean as the typical order; then run it for</a:t>
            </a:r>
          </a:p>
          <a:p>
            <a:r>
              <a:t>three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the debrief. Each learner already has a step marked on their observation</a:t>
            </a:r>
          </a:p>
          <a:p>
            <a:r>
              <a:t>line; the TAs tell each person theirs privately during the rehearsal, never aloud to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7.png"/><Relationship Id="rId6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7.png"/><Relationship Id="rId6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951822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LAB 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Where the room broke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“Until your numbers match ours, Finance will not act on a drop measured from an ERP export.”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finance controller,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7799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865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704" y="5248656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722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1269" y="5248656"/>
            <a:ext cx="1957387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the room broke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reconciliation, skipped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step with no new number in it is the one a clock removes first, and it is the one Finance 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headline a hurried run sends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a two-quarter export, summed as it arrived.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SUMMED AS 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42,40,000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SUMMED AS 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+6.0%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"Q2 grew, no action needed"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number is plausible, the arithmetic is right, and the note built on it tells Meera the quarter that fell was a good one.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4" name="Oval 2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6" name="Oval 2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would you check before sending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export came with Finance's control totals, and a note that says nothing else.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median order, in case one large order moved the total; b) the p-value of the Q1 to Q2 change; c) rows read against clean plus rejected, and each quarter's rupees against the control total; d) the segment split, to see which segment grew.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counts and rupees, against the control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120 rows, 114 distinct orders, and a batch posted twice.</a:t>
            </a:r>
          </a:p>
        </p:txBody>
      </p:sp>
      <p:pic>
        <p:nvPicPr>
          <p:cNvPr id="9" name="mermaid diagram" descr="2ebdc5f4d201d7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71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746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Input 120 equals clean 114 plus rejected 6, and both quarters land on the control totals to the rupee. The headline turns from +6.0 percent to -5.0.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decision the wrong number would have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Growth reads as no action; a fall reads as find the branch, and only one of them is true.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5474055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x_e5d65e9a98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HURRIED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Q2 grew 6.0%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5071719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No investigation, and Monday's review hears the quarter was fine.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956816"/>
            <a:ext cx="5474055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ircle-check_5bfb0e0fc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RECONCILED NOTE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Q2 fell 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3303524"/>
            <a:ext cx="5071719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Decompose along the tree and name the branch that moved.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" y="391414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424637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earch-check_6571e64a04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56100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406044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427990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number that has not been reconciled is not a smaller version of the right number. It can point the other way.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8" name="Oval 2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0" name="Oval 2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batch also moves a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repeated rows add orders, so frequency rises where nothing changed.</a:t>
            </a:r>
          </a:p>
        </p:txBody>
      </p:sp>
      <p:pic>
        <p:nvPicPr>
          <p:cNvPr id="9" name="mermaid diagram" descr="92fba2adbc5537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5472" y="1956816"/>
            <a:ext cx="6000750" cy="2014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1176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rows as read, customers seem to order a quarter more often and the segment looks flat. Clean, frequency holds and the basket falls by an eighth, which is a different branch and a different owner.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the clock removes this step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produces no new number, so it feels like the step that can wait.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473553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473553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new picture of the file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03905" y="1956816"/>
            <a:ext cx="3710330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3905" y="2487168"/>
            <a:ext cx="3710330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smaller, tidier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4236" y="1956816"/>
            <a:ext cx="1855165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Reconcile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4236" y="2487168"/>
            <a:ext cx="1855165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no new number, only a yes or a 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69401" y="1956816"/>
            <a:ext cx="3091941" cy="457200"/>
          </a:xfrm>
          <a:prstGeom prst="rect">
            <a:avLst/>
          </a:prstGeom>
          <a:solidFill>
            <a:srgbClr val="4E3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9401" y="2487168"/>
            <a:ext cx="3091941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the finding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29169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2491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5889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0632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28269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before you decompose, every time, and write the two checks before you write the tree. Fifteen minutes here is the cheapest insurance in the week.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2031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5354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6451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3494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5689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check you meant to write is a check you did not write. Put input == clean + rejected in a cell before the first number you compute.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pass that looks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Zero rejects on a file you know is dirty is a finding, not a result.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Zero rejects, and a quarter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one amount arrives as the text "7,50,000", and a try sets it to zero.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def to_int(v):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int(v)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0          # the file now "converts" cleanly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q1 = sum(to_int(r["amount"]) for r in q1_rows)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 REPORTED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32,50,000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AS SUMMED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CONTROL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8" name="Oval 2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0" name="Oval 2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the rows reconcile, so what is left?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Input equals clean plus rejected: every row is accounted 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nothing, since every row is accounted for; b) the rupees, each quarter against its control total; c) the median, since one large order may have gone; d) the dates, since the quarter may be cut wrong.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rupees reconcile too, or nothing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Counts reconcile while rupees do not: the gap is the row the try swallowed.</a:t>
            </a:r>
          </a:p>
        </p:txBody>
      </p:sp>
      <p:pic>
        <p:nvPicPr>
          <p:cNvPr id="9" name="mermaid diagram" descr="f8f2a881156388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0953" y="1956816"/>
            <a:ext cx="9729787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640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737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781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975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count check proves the rows are there. Only a rupee check proves the values survived the conversion.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7" name="Oval 16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9" name="Oval 18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convert and flag, never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answers for a value that will not convert, and zero is none of them.</a:t>
            </a:r>
          </a:p>
        </p:txBody>
      </p:sp>
      <p:pic>
        <p:nvPicPr>
          <p:cNvPr id="9" name="mermaid diagram" descr="486a58730cb654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2551" y="1664208"/>
            <a:ext cx="5606591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Every branch leaves a line in the decisions log and a number in the reconciliation. Setting a value to zero leaves neither.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headline on too few orders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rate on a handful of orders is a rumour with a percent 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corporate book fell 45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a segment's revenue, true to the rupee, on nine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-45.0%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CORPORATE REVENUE, Q1 TO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 then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THAT EXPLAIN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out of nine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rupees reconcile and the percentage is right. A note that leads with it sends Meera after three invoices.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4" name="Oval 2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6" name="Oval 2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it lead the note?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reads the first line and acts on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yes, since it is the largest move in rupees; b) yes, with the p-value beside it; c) no, drop the segment from the note entirely; d) no, name the count, keep it in the caveat, and lead with the branch that moved on enough orders.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count before rate, tree before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branch that leads a note is the one that moved on enough orders to trust.</a:t>
            </a:r>
          </a:p>
        </p:txBody>
      </p:sp>
      <p:pic>
        <p:nvPicPr>
          <p:cNvPr id="9" name="mermaid diagram" descr="e2dbc016c9c86f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4852" y="1664208"/>
            <a:ext cx="6821990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count before the rate, every time: "9 orders, down 45 percent" is honest, and "down 45 percent" alone is a headline.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7" name="Oval 16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9" name="Oval 18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shuffle what belongs together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the same gap, tested two ways, and two verdicts.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users_113eb2dd32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SHUFFLE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 = 0.01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customer's orders move together, so every world is one that could exist.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huffle_1f5f2f56d5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SHUFFLE 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 = 0.11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customer's orders split across groups, the chance spread widens and a real gap reads as noise.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10413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3068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4165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46989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unit you shuffle is the unit that carries the label. On Thursday and today, that is the customer.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D14  ·  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the typical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ninety consumer orders and five corporate 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48,900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1,980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RS 5 LAKH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Describe a file with its median and say what sits above it. The mean belongs in anything that has to reconcile, never in a sentence about a typical order.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D15  ·  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 line you write tonight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step where you stalled, rerun alone, and what you will do differently.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the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the practice export, the step the TA marked, with the practice set beside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LINE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changes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Written under your lab note: the check you will put first next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paper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sentence, from memory.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lab told you which step you do not own yet. One rerun tonight is worth more than rereading all four days.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32" name="Oval 3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4" name="Oval 33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