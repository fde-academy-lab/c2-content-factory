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A. Two figures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Finance will not act on your number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6056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Anand Iyer, replying to the whole leadership group: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918968"/>
            <a:ext cx="41148" cy="839216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918968"/>
            <a:ext cx="10545775" cy="839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"Your dashboard says Q1 was Rs 2.1 crore. Our books say 1.9. Until your numbers match ours,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904488"/>
            <a:ext cx="41148" cy="839216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3904488"/>
            <a:ext cx="10545775" cy="839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Finance will not act on a drop measured from an ERP export. Send me a reconciliation."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90008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Tuesday's finding is now blocked behind Rs 20 lakh nobody can explain.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1C1C1A"/>
                </a:solidFill>
                <a:latin typeface="Calibri"/>
              </a:rPr>
              <a:t>What arrived with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10180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ERP team sends the raw exports: an orders CSV and the app's JSON feed. The note says the CSV was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748532"/>
            <a:ext cx="41148" cy="511048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3748532"/>
            <a:ext cx="10545775" cy="511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"stitched from two extracts during the Q1 migration."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05884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Marketing is impatient. If the drop is a data problem, a month is lost arguing.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Both figures are computable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676652"/>
          <a:ext cx="10820095" cy="11612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91960"/>
                <a:gridCol w="6228135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Rs 2.10 crore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Rs 1.90 crore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gap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Rs 20 lakh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93972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Neither is a rounding error and neither person is guessing. Somewhere in the file there is Rs 20 lakh that one of them is counting and the other is not.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What an export can do that arithmetic cannot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462276"/>
          <a:ext cx="10820094" cy="1935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35015"/>
                <a:gridCol w="4385079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Cause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does to the total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A migration that ran twice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Rows appear more than once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Two extracts stitched with an overlap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overlap is counted twice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A header row pasted in again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One row of text becomes a record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Cancelled orders in one figure and not the other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Two definitions, one word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53788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None of these is "the amounts are wrong". That is the insight of the morning.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B. Reading a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Everything read from a file is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243328"/>
            <a:ext cx="10820095" cy="1410208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243328"/>
            <a:ext cx="50292" cy="1410208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343912"/>
            <a:ext cx="10417759" cy="122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import csv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with open("orders.csv", newline="") as f: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  rows = list(csv.DictReader(f))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print(rows[0]["amount"], type(rows[0]["amount"]))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818128"/>
            <a:ext cx="10820095" cy="544576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818128"/>
            <a:ext cx="50292" cy="544576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3918712"/>
            <a:ext cx="10417759" cy="361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2200 &lt;class 'str'&gt;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27296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It looks like a number and it is not one. Monday's TypeError was one row; from a file it is every row.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The with block closes the file even when you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7d37758466487c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97112"/>
            <a:ext cx="10820095" cy="2230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573511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with is not style. It is the difference between a failed run that leaves the system clean and one that leaves a file locked.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The JSON feed does not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243328"/>
            <a:ext cx="10820095" cy="112166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243328"/>
            <a:ext cx="50292" cy="112166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343912"/>
            <a:ext cx="10417759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import 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with open("orders.json") as f: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  data = json.load(f)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529584"/>
            <a:ext cx="10820095" cy="833120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529584"/>
            <a:ext cx="50292" cy="83312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3630168"/>
            <a:ext cx="10417759" cy="65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json.decoder.JSONDecodeError: Unterminated string starting at: line 1397 column 15 (char 27679)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27296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message gives you the line, the column and the character offset. Open the file at that line before you form a theory.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1C1C1A"/>
                </a:solidFill>
                <a:latin typeface="Calibri"/>
              </a:rPr>
              <a:t>Reading a parse 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621bce7d5ba86b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312" y="1517904"/>
            <a:ext cx="2497070" cy="36708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234432"/>
            <a:ext cx="10820095" cy="818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0">
                <a:solidFill>
                  <a:srgbClr val="1C1C1A"/>
                </a:solidFill>
                <a:latin typeface="Calibri"/>
              </a:rPr>
              <a:t>A truncated file is not a corrupt file. It is a complete file that stops early, and the fix is to ask for it again rather than to patch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C. Profiling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Profile before you analyse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d0e58245c3fe20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19057"/>
            <a:ext cx="4652640" cy="384284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71244" y="2224024"/>
          <a:ext cx="5734649" cy="20665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92595"/>
                <a:gridCol w="3942054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The question it answers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Present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How many records have this field at all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Convertible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How many of those can become the type you need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Distinct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How many different values there are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71244" y="4546600"/>
            <a:ext cx="5734650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Any field where these three disagree with what you expected is a finding.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Distinct is the one that catches migrations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531872"/>
            <a:ext cx="10820095" cy="833120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31872"/>
            <a:ext cx="50292" cy="83312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632456"/>
            <a:ext cx="10417759" cy="65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ids = [r["order_id"] for r in rows]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print(len(ids), len(set(ids)))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529584"/>
            <a:ext cx="10820095" cy="544576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529584"/>
            <a:ext cx="50292" cy="544576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3630168"/>
            <a:ext cx="10417759" cy="361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201 186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38752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Two hundred and one rows carrying one hundred and eighty-six order ids. Fifteen ids appear more than once, and nobody mentioned that in the note.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Is fifteen repeated ids the whole Rs 20 lakh?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360928"/>
            <a:ext cx="10820095" cy="959104"/>
          </a:xfrm>
          <a:prstGeom prst="rect">
            <a:avLst/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360928"/>
            <a:ext cx="50292" cy="9591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452368"/>
            <a:ext cx="10362895" cy="812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2B4A7D"/>
                </a:solidFill>
                <a:latin typeface="Calibri"/>
              </a:rPr>
              <a:t>Question. </a:t>
            </a:r>
            <a:r>
              <a:rPr sz="2000" b="0">
                <a:solidFill>
                  <a:srgbClr val="1C1C1A"/>
                </a:solidFill>
                <a:latin typeface="Calibri"/>
              </a:rPr>
              <a:t>Fifteen rows out of two hundred is seven percent, and the gap is about nine percent of the quarter. Close enough to stop looking?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Answer: no, and the arithmetic is the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985008"/>
            <a:ext cx="10820095" cy="171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Seven percent of rows is not nine percent of revenue unless the repeated rows happen to be larger than average.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Total the repeated rows and see. If they come to Rs 20 lakh, you have the answer. If they come to Rs 3 lakh, there is a second cause and you have not found it yet.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D. What the profile found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The profile, field by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375916"/>
          <a:ext cx="10820093" cy="17627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5562"/>
                <a:gridCol w="2190045"/>
                <a:gridCol w="3105562"/>
                <a:gridCol w="2418924"/>
              </a:tblGrid>
              <a:tr h="3525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Present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Convertible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Distinct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order_id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201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186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201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many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201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394708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Three anomalies in one table: repeated ids, one amount that will not convert, one record missing a status.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The companion file that is worse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f0a0958bc85a6b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88917"/>
            <a:ext cx="10820095" cy="13010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936267"/>
            <a:ext cx="10820095" cy="1255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A header read as a record gives you an order whose id is the text order_id and whose amount is the text amount. It will not convert, and if you default the conversion to zero it becomes a silent extra row.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What half two does with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212592"/>
            <a:ext cx="10820095" cy="1255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You now have three anomalies and a gap of Rs 20 lakh. Half two decides what to do about each one, records the decision, and produces a bridge that lands on Finance's number.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1, Day 3. Half one: two figures, and the file that 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