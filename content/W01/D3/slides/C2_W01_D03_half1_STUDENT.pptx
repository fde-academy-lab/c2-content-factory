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Two figures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Finance will not act on your number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2605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Anand Iyer, replying to the whole leadership group: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918968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18968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"Your dashboard says Q1 was Rs 2.1 crore. Our books say 1.9. Until your numbers match ours,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904488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904488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Finance will not act on a drop measured from an ERP export. Send me a reconciliation."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9000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Tuesday's finding is now blocked behind Rs 20 lakh nobody can explain.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What arrived with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1018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ERP team sends the raw exports: an orders CSV and the app's JSON feed. The note says the CSV was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74853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74853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"stitched from two extracts during the Q1 migration."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0588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Marketing is impatient. If the drop is a data problem, a month is lost arguing.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Both figures are computable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76652"/>
          <a:ext cx="10820095" cy="11612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91960"/>
                <a:gridCol w="6228135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Rs 2.10 crore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1.90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gap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20 lakh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09397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Neither is a rounding error and neither person is guessing. Somewhere in the file there is Rs 20 lakh that one of them is counting and the other is not.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an export can do that arithmetic cannot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62276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35015"/>
                <a:gridCol w="438507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Cause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does to the total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migration that ran twice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Rows appear more than once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Two extracts stitched with an overlap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overlap is counted twice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header row pasted in again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 row of text becomes a record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Cancelled orders in one figure and not the other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Two definitions, one word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65378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None of these is "the amounts are wrong". That is the insight of the morning.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Reading a 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Everything read from a file is 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43328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3328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43912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import csv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with open("orders.csv", newline="") as f: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rows = list(csv.DictReader(f))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print(rows[0]["amount"], type(rows[0]["amount"]))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81812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81812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91871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2200 &lt;class 'str'&gt;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2729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looks like a number and it is not one. Monday's TypeError was one row; from a file it is every row.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with block closes the file even when you fail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7d37758466487c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97112"/>
            <a:ext cx="10820095" cy="22300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573511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with is not style. It is the difference between a failed run that leaves the system clean and one that leaves a file locked.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JSON feed does not open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43328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3328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43912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import 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with open("orders.json") as f: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data = json.load(f)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529584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529584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630168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json.decoder.JSONDecodeError: Unterminated string starting at: line 1397 column 15 (char 27679)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2729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message gives you the line, the column and the character offset. Open the file at that line before you form a theory.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Reading a parse error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621bce7d5ba86b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7312" y="1517904"/>
            <a:ext cx="2497070" cy="36708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4432"/>
            <a:ext cx="10820095" cy="818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A truncated file is not a corrupt file. It is a complete file that stops early, and the fix is to ask for it again rather than to patch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Profiling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Profile before you analyse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d0e58245c3fe20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19057"/>
            <a:ext cx="4652640" cy="384284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224024"/>
          <a:ext cx="5734649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92595"/>
                <a:gridCol w="3942054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 question it answers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Present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How many records have this field at 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Convertible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How many of those can become the type you need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Distinct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How many different values there are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71244" y="4546600"/>
            <a:ext cx="5734650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Any field where these three disagree with what you expected is a finding.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Distinct is the one that catches migrations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31872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31872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632456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ids = [r["order_id"] for r in rows]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print(len(ids), len(set(ids)))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52958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52958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63016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201 186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3875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hundred and one rows carrying one hundred and eighty-six order ids. Fifteen ids appear more than once, and nobody mentioned that in the note.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Is fifteen repeated ids the whole Rs 20 lakh?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3609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609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4523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Fifteen rows out of two hundred is seven percent, and the gap is about nine percent of the quarter. Close enough to stop looking?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no, and the arithmetic is the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Seven percent of rows is not nine percent of revenue unless the repeated rows happen to be larger than average.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Total the repeated rows and see. If they come to Rs 20 lakh, you have the answer. If they come to Rs 3 lakh, there is a second cause and you have not found it yet.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What the profile 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profile, field by field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375916"/>
          <a:ext cx="10820093" cy="1762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5562"/>
                <a:gridCol w="2190045"/>
                <a:gridCol w="3105562"/>
                <a:gridCol w="2418924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Present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Convertible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Distinct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order_id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186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many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customer_id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39470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Three anomalies in one table: repeated ids, one amount that will not convert, one record missing a status.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companion file that is worse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f0a0958bc85a6b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88917"/>
            <a:ext cx="10820095" cy="1301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936267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header read as a record gives you an order whose id is the text order_id and whose amount is the text amount. It will not convert, and if you default the conversion to zero it becomes a silent extra row.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half two does with this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12592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now have three anomalies and a gap of Rs 20 lakh. Half two decides what to do about each one, records the decision, and produces a bridge that lands on Finance's number.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one: two figures, and the file that decides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