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identity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duplicate is not a row that looks the same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853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is a row that </a:t>
            </a:r>
            <a:r>
              <a:rPr sz="2000" b="1">
                <a:solidFill>
                  <a:srgbClr val="1C1C1A"/>
                </a:solidFill>
                <a:latin typeface="Calibri"/>
              </a:rPr>
              <a:t>is the same order</a:t>
            </a:r>
            <a:r>
              <a:rPr sz="2000" b="0">
                <a:solidFill>
                  <a:srgbClr val="1C1C1A"/>
                </a:solidFill>
                <a:latin typeface="Calibri"/>
              </a:rPr>
              <a:t>. Those are different claims, and you have to say which fields decide it before you remove anything.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Three ways two rows can match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55824"/>
          <a:ext cx="10820093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66257"/>
                <a:gridCol w="2002409"/>
                <a:gridCol w="595142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Same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Different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 field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duplicate, and a whole-record check finds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order id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order date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hard one. Same order, two versions.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Everything but the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Probably two real orders. Keep both.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6024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Row two is where the judgment lives, and this file has exactly one of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pair that breaks a whole-record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12b2e3af83d8c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4389"/>
            <a:ext cx="10820095" cy="2655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786234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Deduplicating on the whole record leaves it in. Deduplicating on the id removes one, and somebody has to say which.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Three 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Every missing value has exactly three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f16045773d769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36407"/>
            <a:ext cx="10820095" cy="24969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7965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There is no free option. Pick one, write the reason, count the rows it applies to.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decisions log is the deliverable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552192"/>
          <a:ext cx="10820094" cy="1410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59442"/>
                <a:gridCol w="1259442"/>
                <a:gridCol w="777240"/>
                <a:gridCol w="2927804"/>
                <a:gridCol w="4596166"/>
              </a:tblGrid>
              <a:tr h="35255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Issue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Reason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order_id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Repeated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Drop later occurrences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Migration re-ran a batch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Absent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Reject the row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Cannot classify the order without it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525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twelve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Reject the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C1C1A"/>
                          </a:solidFill>
                          <a:latin typeface="Calibri"/>
                        </a:rPr>
                        <a:t>Guessing a value invents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1843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auditor reads this table, not your code. Write it as you go, because writing it afterwards means writing it from memory.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one that must not be cleaned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Rs 4,80,000 corporate order is an outlier and it is </a:t>
            </a:r>
            <a:r>
              <a:rPr sz="2000" b="1">
                <a:solidFill>
                  <a:srgbClr val="1C1C1A"/>
                </a:solidFill>
                <a:latin typeface="Calibri"/>
              </a:rPr>
              <a:t>real</a:t>
            </a:r>
            <a:r>
              <a:rPr sz="2000" b="0">
                <a:solidFill>
                  <a:srgbClr val="1C1C1A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survives the pass, and the log records that it was looked at and kept. Remove every uncomfortable row and you end up with a dataset that agrees with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Which of these is cleaning, and which is deciding?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180588"/>
            <a:ext cx="10820095" cy="131978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180588"/>
            <a:ext cx="50292" cy="131978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272028"/>
            <a:ext cx="10362895" cy="1173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Dropping a header row read as a record, against dropping an order that is four times larger than any other. Same action, same effect on the total. Are they the same kind of move?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one is a parse fix, one is a judgment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812288"/>
            <a:ext cx="10820095" cy="205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header row was never an order. Removing it corrects a reading error and needs a line in the log.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corporate order is an order. Removing it is a claim about which customers count, and it needs a reason somebody outside the team would accept. There is rarely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bridge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only equation of the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301240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01240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401824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INPUT = CLEAN + REJECTED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010408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31763"/>
                <a:gridCol w="8488331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201 rows, as the export arrived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Clean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184 rows, what the analysis runs on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Rejected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17 rows, each with a written reason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81482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184 plus 17 is 201. A pass that cannot produce this is a pass nobody can check.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revenue bridge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19989289bf8164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59582"/>
            <a:ext cx="10820095" cy="7051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811041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lands on Finance's number. </a:t>
            </a:r>
            <a:r>
              <a:rPr sz="2000" b="1">
                <a:solidFill>
                  <a:srgbClr val="1C1C1A"/>
                </a:solidFill>
                <a:latin typeface="Calibri"/>
              </a:rPr>
              <a:t>Anand was right</a:t>
            </a:r>
            <a:r>
              <a:rPr sz="2000" b="0">
                <a:solidFill>
                  <a:srgbClr val="1C1C1A"/>
                </a:solidFill>
                <a:latin typeface="Calibri"/>
              </a:rPr>
              <a:t>, and the dashboard was counting a migration twice.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the note to Finance 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62763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"Your 1.9 is correct. The export carried 201 rows against 186 distinct orders, because the Q1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1315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1315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migration re-ran a batch. Removing the repeats, one row with no status and one amount that will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98672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98672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not convert gives Rs 1.90 crore against your books. The decisions log is attached, and the 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58419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458419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outlier in the file is a real corporate order which I have kept."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24154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Numbers first, the cause, the reconciliation, what you kept and why.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What changed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Tuesday's numbers, recomputed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62276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44425"/>
                <a:gridCol w="3606698"/>
                <a:gridCol w="3768971"/>
              </a:tblGrid>
              <a:tr h="387096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Tuesday, as exported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Wednesday, reconciled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Q1 revenue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2.10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1.90 crore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Q2 revenue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1.87 crore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1.87 crore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Revenue change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down 11.0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down 1.6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down 24.6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down 12.9 percent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65378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headline drop was mostly a migration. Saying that out loud is the job.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finding, before and after the clean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de557965d3d05f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76193"/>
            <a:ext cx="10820095" cy="20719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49443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Retail-Plus still falls more than ten times as hard as Retail-Core. The finding survives, smaller.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an honest analyst does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89556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22228"/>
                <a:gridCol w="5297866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Do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Do not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Send the corrected numbers unprompted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Wait to be asked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Say which of Tuesday's sentences moved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Quietly reuse the old slide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Keep the finding, with its new number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Abandon it because the headline shrank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Note that the fall is now smaller than reported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Let the bigger number stand because it helped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8106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reputational risk is never the wrong number. It is the wrong number that stayed up after you knew.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this makes you ready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figures disagreed, and you can now say which was right and prove it in four lines.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is the most-asked trust question in an analyst interview, and you have an answer with a bridge attached.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3. Half two: decide, record, reconcile, recompute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