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Profile before you touch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Yesterday somebody told you which orders were dirty.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Today nobody tells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Two profiles, one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Two printouts of the same Kalpa Retail order book. Which of these would you trust?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         A                              B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amount    present 48/50  converts 44/50   present 50/50  converts 50/50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  distinct 46                     distinct 42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discount  present 11/50                   present 50/50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Take thirty seconds. Then say which, and why.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B is A after somebody replaced every failure with a stated default of zero.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B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Every count in B moved the way you want counts to move, and the dataset got worse.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Thirty nine orders in B carry a discount that nobody ever recorded.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Six amounts that could not be read are now the number zero, and nothing on the page says which six.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number that tells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distinct is the only count that fell, from 46 to 42.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Five different broken values collapsed into one. Counts that only ever rise are counts that cannot warn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C1C1A"/>
                </a:solidFill>
                <a:latin typeface="Calibri"/>
              </a:rPr>
              <a:t>[profile the columns]</a:t>
            </a:r>
            <a:r>
              <a:rPr sz="2100" b="0">
                <a:solidFill>
                  <a:srgbClr val="1C1C1A"/>
                </a:solidFill>
                <a:latin typeface="Calibri"/>
              </a:rPr>
              <a:t> &gt; [decide per field] &gt; [find the hidden rows] &gt; [investigate the extremes] &gt; [ship with the log]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Profiling is what you do before you have permission to change anything.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THE PROFILER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[profile the columns]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[decide per field] &gt; [find the hidden rows] &gt; [investigate the extremes] &gt; [ship with the log]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Monday's counter, grown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Monday you counted how many orders had a value. That counter is today's profiler with two more questions attached.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Three counts, per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present     how many have anything at all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converts    how many become the type you need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distinct    how many different values there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75303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Three numbers per column. That is the whole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each one catches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65960"/>
          <a:ext cx="106070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4A7D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4A7D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present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Is this field being filled in?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converts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Is what is filled in usable?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distinct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Is this a category, a free text box, or an id?</a:t>
                      </a:r>
                    </a:p>
                  </a:txBody>
                  <a:tcPr marT="25400" marB="254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68503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present minus converts is the number of values that look fine and are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 a real column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amount    present 48/50   converts 44/50   distinct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Two orders have no amount. Four more have something that will not become a number. Forty six different values, so this is not a category.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have not touched the data and you already know where the work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Profile every field before changing any of them.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Three counts: present, converts, distinct.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The gap between present and converts is your work list.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A count that only rises cannot warn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DECIDING PER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[profile the columns]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[decide per field]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[find the hidden rows] &gt; [investigate the extremes] &gt; [ship with the log]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 missing value is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Not a defect to be removed. A decision, with three defensible answers and one written reason.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three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65960"/>
          <a:ext cx="106070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4A7D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4A7D"/>
                          </a:solidFill>
                          <a:latin typeface="Calibri"/>
                        </a:rPr>
                        <a:t>Use it when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B4A7D"/>
                          </a:solidFill>
                          <a:latin typeface="Calibri"/>
                        </a:rPr>
                        <a:t>It costs you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Drop the record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The field is required and the record is unusable without it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Every other field on that record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Use a stated default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Absence genuinely means something, and you can say what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The ability to tell absent from present-and-equal-to-the-default</a:t>
                      </a:r>
                    </a:p>
                  </a:txBody>
                  <a:tcPr marT="25400" marB="25400"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Keep and flag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You need the record and the gap must travel with it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C1C1A"/>
                          </a:solidFill>
                          <a:latin typeface="Calibri"/>
                        </a:rPr>
                        <a:t>Every downstream reader has to handle the flag</a:t>
                      </a:r>
                    </a:p>
                  </a:txBody>
                  <a:tcPr marT="25400" marB="254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Applied to two real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amount is required. Two orders have none, so they are set aside with a reason.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discount is optional and absent on 39 of 50. Absence there means no discount was applied, which is a fact rather than a gap.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Same dataset, same day, opposite decisions, and both are written down.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one that looks harmless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Filling discount with zero is defensible.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It also means you can never again tell an order that had no discount from an order whose discount was zero. That is a decision you are allowed to make once you have said it out 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Coercion at dataset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Yesterday's clean_record already handles one bad value correctly. Point it at fifty and it keeps working, because you wrote it to reject rather than to guess.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Nothing in it changes today. That was the promise.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HGNC, 2020. About 27 human genes were formally renamed because spreadsheets silently coerced names like SEPT1 into dates.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2016 audit had found gene-name errors in roughly a fifth of genetics papers with spreadsheet supplements.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Nobody chose to corrupt anything. A default was applied quietly, at scale, for years.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Missing is a decision, never a reflex.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Drop, default, or keep and flag, each with a written reason.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A default you did not state is data you invented.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Yesterday's function is today's tool, unchanged.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THE ROWS THAT HIDE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[profile the columns] &gt; [decide per field]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[find the hidden rows]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[investigate the extremes] &gt; [ship with the log]</a:t>
            </a:r>
          </a:p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Columns are done. Now the records themselves.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check that finds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duplicate rows by whole-record comparison: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Clean dataset. Move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Except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distinct order_ids: 49 across 50 rows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Nothing raised. Nothing was highlighted. Two numbers on two different lines disagree, and only you can notice.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KR4201  Retail-Core  1865  returned  2026-08-03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KR4201  Retail-Core  1865  returned  2026-09-14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9125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Same order id. Same amount. Same status. Six weeks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what is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same order, exported twice, with the second export stamping the wrong date?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Or a real repeat order that reused an id it should not have?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data cannot tell you. It never could.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An identity rule is something you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"Two rows are the same order when they share an order_id and an order_date."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That is a rule. It can be applied by someone else, argued with, and written into a decisions log.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"They look like duplicates" is not a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And who decides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Not you, on your own, on a Wednesday.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take the pair to whoever owns the order book, with both rows on screen and your proposed rule underneath. That conversation is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A whole-record check finds only exact copies.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Compare the id count against the row count, every time.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Write the identity rule down before you delete anything.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Who owns the record decides what counts as the same record.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4: THE EXTREMES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[profile the columns] &gt; [decide per field] &gt; [find the hidden rows]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[investigate the extremes]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[ship with the log]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Sort the column and look at the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... 2895, 2930, 2990, 2995, 480000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Four ordinary orders and then one that is 160 times the one before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it does to the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order book totals Rs 561,145 across 44 usable orders.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That one order is Rs 480,000 of it. Eighty six percent.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Remove it and the total is Rs 81,145.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instinct, and why it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instinct is to delete it. It is ruining every number.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An outlier is a finding before it is a row. Rs 480,000 in a business where a typical order is Rs 800 to Rs 3,000 is either the most interesting customer in the file or a data entry error, and those need opposite responses.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So you investigate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It converts cleanly. It has a customer, a date, a status and a segment like every other order.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Nothing about it is malformed. It is simply large, so it survives cleaning and goes to Thursday as a question rather than a deletion.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Sort the column and read the tail.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An outlier is a finding to investigate.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Convertible and extreme means real until someone says otherwise.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Record what you kept and why, alongside what you dropped.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5: WHAT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[profile the columns] &gt; [decide per field] &gt; [find the hidden rows] &gt; [investigate the extremes]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[ship with the log]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Two artifacts,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the profiled dataset     the orders you would compute on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the decisions log        every change, and why you made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9125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first without the second is an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log line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amount, 2 orders absent      -&gt; rejected, amount is required, ids in rejects file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discount, 39 orders absent   -&gt; kept absent, absence means no discount applied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KR4201, duplicate order_id   -&gt; both kept and flagged, identity rule pending owner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480000, extreme amount       -&gt; kept, converts cleanly, raised with the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593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Four lines. A reviewer who was not in the room can follow every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reconciliation, one level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Yesterday it was input equals clean plus rejected.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Today it also has to survive drops, defaults and any dedupe you applied. Same check, more ways to fail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9125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50 in = clean + rejected + anything you removed on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Profiling is what you do before you have permission to change anything.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Every cleaning act is a decision, and a decision nobody wrote down did not happen.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An outlier is a finding to investigate before it is a row to delete.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have a dataset you can defend and a whale you decided to keep.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Tomorrow you compute the average order value and find out what that whale does to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3: profile before you touch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