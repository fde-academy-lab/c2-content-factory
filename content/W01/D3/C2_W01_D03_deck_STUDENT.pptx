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Profile before you touch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Yesterday somebody told you which orders were dirty.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Today nobody tells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3: profile before you touch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Two profiles, one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Two printouts of the same Kalpa Retail order book. Which of these would you trust?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B4A7D"/>
                </a:solidFill>
                <a:latin typeface="Consolas"/>
              </a:rPr>
              <a:t>                 A                              B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B4A7D"/>
                </a:solidFill>
                <a:latin typeface="Consolas"/>
              </a:rPr>
              <a:t>amount    present 48/50  converts 44/50   present 50/50  converts 50/50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B4A7D"/>
                </a:solidFill>
                <a:latin typeface="Consolas"/>
              </a:rPr>
              <a:t>          distinct 46                     distinct 42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B4A7D"/>
                </a:solidFill>
                <a:latin typeface="Consolas"/>
              </a:rPr>
              <a:t>discount  present 11/50                   present 50/50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Take thirty seconds. Then say which, and why.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3: profile before you touch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The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A.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B is A after somebody replaced every failure with a stated default of zero.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3: profile before you touch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What B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Every count in B moved the way you want counts to move, and the dataset got worse.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Thirty nine orders in B carry a discount that nobody ever recorded.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Six amounts that could not be read are now the number zero, and nothing on the page says which six.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3: profile before you touch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The number that tells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distinct is the only count that fell, from 46 to 42.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Five different broken values collapsed into one. Counts that only ever rise are counts that cannot warn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3: profile before you touch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**[profile the columns]** &gt; [decide per field] &gt; [find the hidden rows] &gt; [investigate the extremes] &gt; [ship with the log]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Profiling is what you do before you have permission to change anything.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3: profile before you touch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SECTION 1: THE PROFILER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2100">
                <a:solidFill>
                  <a:srgbClr val="FFFFFF"/>
                </a:solidFill>
                <a:latin typeface="Calibri"/>
              </a:rPr>
              <a:t>**[profile the columns]** &gt; [decide per field] &gt; [find the hidden rows] &gt; [investigate the extremes] &gt; [ship with the log]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3: profile before you touch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Monday's counter, grown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Monday you counted how many orders had a value. That counter is today's profiler with two more questions attached.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3: profile before you touch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Three counts, per field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>
                <a:solidFill>
                  <a:srgbClr val="2B4A7D"/>
                </a:solidFill>
                <a:latin typeface="Consolas"/>
              </a:rPr>
              <a:t>present     how many have anything at all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B4A7D"/>
                </a:solidFill>
                <a:latin typeface="Consolas"/>
              </a:rPr>
              <a:t>converts    how many become the type you need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B4A7D"/>
                </a:solidFill>
                <a:latin typeface="Consolas"/>
              </a:rPr>
              <a:t>distinct    how many different values there are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Three numbers per column. That is the whole tool.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3: profile before you touch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What each one catches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| Count | The question it answers |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|---|---|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| present | Is this field being filled in? |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| converts | Is what is filled in usable? |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| distinct | Is this a category, a free text box, or an id? |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present minus converts is the number of values that look fine and are not.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3: profile before you touch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Read a real column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>
                <a:solidFill>
                  <a:srgbClr val="2B4A7D"/>
                </a:solidFill>
                <a:latin typeface="Consolas"/>
              </a:rPr>
              <a:t>amount    present 48/50   converts 44/50   distinct 46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Two orders have no amount. Four more have something that will not become a number. Forty six different values, so this is not a category.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You have not touched the data and you already know where the work 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3: profile before you touch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Step card,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1. Profile every field before changing any of them.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2. Three counts: present, converts, distinct.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3. The gap between present and converts is your work list.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4. A count that only rises cannot warn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3: profile before you touch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SECTION 2: DECIDING PER FIELD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2100">
                <a:solidFill>
                  <a:srgbClr val="FFFFFF"/>
                </a:solidFill>
                <a:latin typeface="Calibri"/>
              </a:rPr>
              <a:t>[profile the columns] &gt; **[decide per field]** &gt; [find the hidden rows] &gt; [investigate the extremes] &gt; [ship with the log]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3: profile before you touch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A missing value is a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Not a defect to be removed. A decision, with three defensible answers and one written reason.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3: profile before you touch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The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| Choice | Use it when | It costs you |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|---|---|---|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| Drop the record | The field is required and the record is unusable without it | Every other field on that record |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| Use a stated default | Absence genuinely means something, and you can say what | The ability to tell absent from present-and-equal-to-the-default |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| Keep and flag | You need the record and the gap must travel with it | Every downstream reader has to handle the flag 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3: profile before you touch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Applied to two real columns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amount is required. Two orders have none, so they are set aside with a reason.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discount is optional and absent on 39 of 50. Absence there means no discount was applied, which is a fact rather than a gap.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Same dataset, same day, opposite decisions, and both are written down.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3: profile before you touch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The one that looks harmless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Filling discount with zero is defensible.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It also means you can never again tell an order that had no discount from an order whose discount was zero. That is a decision you are allowed to make once you have said it out loud.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3: profile before you touch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Coercion at dataset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Yesterday's clean_record already handles one bad value correctly. Point it at fifty and it keeps working, because you wrote it to reject rather than to guess.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Nothing in it changes today. That was the promise.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3: profile before you touch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From the field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HGNC, 2020. About 27 human genes were formally renamed because spreadsheets silently coerced names like SEPT1 into dates.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A 2016 audit had found gene-name errors in roughly a fifth of genetics papers with spreadsheet supplements.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Nobody chose to corrupt anything. A default was applied quietly, at scale, for years.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3: profile before you touch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Step card,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1. Missing is a decision, never a reflex.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2. Drop, default, or keep and flag, each with a written reason.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3. A default you did not state is data you invented.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4. Yesterday's function is today's tool, unchanged.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3: profile before you touch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SECTION 3: THE ROWS THAT HIDE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2100">
                <a:solidFill>
                  <a:srgbClr val="FFFFFF"/>
                </a:solidFill>
                <a:latin typeface="Calibri"/>
              </a:rPr>
              <a:t>[profile the columns] &gt; [decide per field] &gt; **[find the hidden rows]** &gt; [investigate the extremes] &gt; [ship with the log]</a:t>
            </a:r>
          </a:p>
          <a:p>
            <a:pPr algn="ctr">
              <a:spcAft>
                <a:spcPts val="1000"/>
              </a:spcAft>
            </a:pPr>
            <a:r>
              <a:rPr sz="2100">
                <a:solidFill>
                  <a:srgbClr val="FFFFFF"/>
                </a:solidFill>
                <a:latin typeface="Calibri"/>
              </a:rPr>
              <a:t>Columns are done. Now the records themselves.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3: profile before you touch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The check that finds nothing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>
                <a:solidFill>
                  <a:srgbClr val="2B4A7D"/>
                </a:solidFill>
                <a:latin typeface="Consolas"/>
              </a:rPr>
              <a:t>duplicate rows by whole-record comparison: 0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Clean dataset. Move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3: profile before you touch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Except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>
                <a:solidFill>
                  <a:srgbClr val="2B4A7D"/>
                </a:solidFill>
                <a:latin typeface="Consolas"/>
              </a:rPr>
              <a:t>distinct order_ids: 49 across 50 rows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Nothing raised. Nothing was highlighted. Two numbers on two different lines disagree, and only you can notice.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3: profile before you touch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The pair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>
                <a:solidFill>
                  <a:srgbClr val="2B4A7D"/>
                </a:solidFill>
                <a:latin typeface="Consolas"/>
              </a:rPr>
              <a:t>KR4201  Retail-Core  1865  returned  2026-08-03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B4A7D"/>
                </a:solidFill>
                <a:latin typeface="Consolas"/>
              </a:rPr>
              <a:t>KR4201  Retail-Core  1865  returned  2026-09-14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Same order id. Same amount. Same status. Six weeks apart.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3: profile before you touch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So what is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The same order, exported twice, with the second export stamping the wrong date?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Or a real repeat order that reused an id it should not have?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The data cannot tell you. It never could.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3: profile before you touch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An identity rule is something you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"Two rows are the same order when they share an order_id and an order_date."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That is a rule. It can be applied by someone else, argued with, and written into a decisions log.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"They look like duplicates" is not a rule.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3: profile before you touch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And who decides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Not you, on your own, on a Wednesday.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You take the pair to whoever owns the order book, with both rows on screen and your proposed rule underneath. That conversation is the job.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3: profile before you touch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Step card,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1. A whole-record check finds only exact copies.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2. Compare the id count against the row count, every time.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3. Write the identity rule down before you delete anything.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4. Who owns the record decides what counts as the same record.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3: profile before you touch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SECTION 4: THE EXTREMES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2100">
                <a:solidFill>
                  <a:srgbClr val="FFFFFF"/>
                </a:solidFill>
                <a:latin typeface="Calibri"/>
              </a:rPr>
              <a:t>[profile the columns] &gt; [decide per field] &gt; [find the hidden rows] &gt; **[investigate the extremes]** &gt; [ship with the log]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3: profile before you touch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Sort the column and look at the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>
                <a:solidFill>
                  <a:srgbClr val="2B4A7D"/>
                </a:solidFill>
                <a:latin typeface="Consolas"/>
              </a:rPr>
              <a:t>... 2895, 2930, 2990, 2995, 480000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Four ordinary orders and then one that is 160 times the one before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3: profile before you touch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What it does to the total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The order book totals Rs 561,145 across 44 usable orders.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That one order is Rs 480,000 of it. Eighty six percent.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Remove it and the total is Rs 81,145.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3: profile before you touch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The instinct, and why it is wrong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The instinct is to delete it. It is ruining every number.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An outlier is a finding before it is a row. Rs 480,000 in a business where a typical order is Rs 800 to Rs 3,000 is either the most interesting customer in the file or a data entry error, and those need opposite responses.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3: profile before you touch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So you investigate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It converts cleanly. It has a customer, a date, a status and a segment like every other order.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Nothing about it is malformed. It is simply large, so it survives cleaning and goes to Thursday as a question rather than a deletion.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3: profile before you touch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Step card,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1. Sort the column and read the tail.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2. An outlier is a finding to investigate.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3. Convertible and extreme means real until someone says otherwise.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4. Record what you kept and why, alongside what you dropped.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3: profile before you touch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SECTION 5: WHAT 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2100">
                <a:solidFill>
                  <a:srgbClr val="FFFFFF"/>
                </a:solidFill>
                <a:latin typeface="Calibri"/>
              </a:rPr>
              <a:t>[profile the columns] &gt; [decide per field] &gt; [find the hidden rows] &gt; [investigate the extremes] &gt; **[ship with the log]**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3: profile before you touch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Two artifacts, not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>
                <a:solidFill>
                  <a:srgbClr val="2B4A7D"/>
                </a:solidFill>
                <a:latin typeface="Consolas"/>
              </a:rPr>
              <a:t>the profiled dataset     the orders you would compute on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B4A7D"/>
                </a:solidFill>
                <a:latin typeface="Consolas"/>
              </a:rPr>
              <a:t>the decisions log        every change, and why you made it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The first without the second is an opinion.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3: profile before you touch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What a log line looks like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>
                <a:solidFill>
                  <a:srgbClr val="2B4A7D"/>
                </a:solidFill>
                <a:latin typeface="Consolas"/>
              </a:rPr>
              <a:t>amount, 2 orders absent      -&gt; rejected, amount is required, ids in rejects file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B4A7D"/>
                </a:solidFill>
                <a:latin typeface="Consolas"/>
              </a:rPr>
              <a:t>discount, 39 orders absent   -&gt; kept absent, absence means no discount applied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B4A7D"/>
                </a:solidFill>
                <a:latin typeface="Consolas"/>
              </a:rPr>
              <a:t>KR4201, duplicate order_id   -&gt; both kept and flagged, identity rule pending owner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B4A7D"/>
                </a:solidFill>
                <a:latin typeface="Consolas"/>
              </a:rPr>
              <a:t>480000, extreme amount       -&gt; kept, converts cleanly, raised with the owner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Four lines. A reviewer who was not in the room can follow every 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3: profile before you touch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The reconciliation, one level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Yesterday it was input equals clean plus rejected.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Today it also has to survive drops, defaults and any dedupe you applied. Same check, more ways to fail it.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B4A7D"/>
                </a:solidFill>
                <a:latin typeface="Consolas"/>
              </a:rPr>
              <a:t>50 in = clean + rejected + anything you removed on purpose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3: profile before you touch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Crux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Profiling is what you do before you have permission to change anything.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Every cleaning act is a decision, and a decision nobody wrote down did not happen.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An outlier is a finding to investigate before it is a row to delete.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3: profile before you touch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C1A"/>
                </a:solidFill>
                <a:latin typeface="Calibri"/>
              </a:rPr>
              <a:t>Tomorrow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You have a dataset you can defend and a whale you decided to keep.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C1C1A"/>
                </a:solidFill>
                <a:latin typeface="Calibri"/>
              </a:rPr>
              <a:t>Tomorrow you compute the average order value and find out what that whale does to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 Day 3: profile before you touch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