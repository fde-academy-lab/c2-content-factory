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Three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growth review is on Monday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Meera, with Finance reconciled: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2054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054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"One: Retail-Plus is down, smaller than first reported. Real, or the wobble we see every quarter?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0606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30606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Two: Student is up 40 percent; should I move budget there? Three: marketing ran a monsoon-sale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291584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291584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discount for Retail-Plus in August, says it lifted revenue 6 percent, and wants to repeat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27710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527710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Diwali. Did the discount work, or did those customers buy anyway?"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And the constraint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 page, two minutes. If the honest answer is 'we do not know yet', say so and tell me what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would tell us."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last clause is the job. It is also the sentence most analysts never say.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questions, three different habits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96867"/>
                <a:gridCol w="49232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The habit it needs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Real, or the wobble?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chance reference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Should I fund Student?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Sample size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Did the discount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They look alike and they are not. Answering one with another's method is the most common way this day goes wrong.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shuffle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Suppose the labels mean nothing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Retail-Plus members fell 35 percent and the Retail-Core members fell 2.7. The gap is 32.3 points.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Now suppose the two labels were meaningless and the same customers had been split between them at random. </a:t>
            </a:r>
            <a:r>
              <a:rPr sz="2000" b="1">
                <a:solidFill>
                  <a:srgbClr val="1C1C1A"/>
                </a:solidFill>
                <a:latin typeface="Calibri"/>
              </a:rPr>
              <a:t>Would a gap that big turn up anyway?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Ten cards answer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48b2af27919e3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9128"/>
            <a:ext cx="10820095" cy="826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714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Ten cards, four minutes, no formula. Everything in the code is this move done five thousand times.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count, over the tries, is the p-value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how many chance-only worlds were at least this extreme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-------------------------------------------------------  =  p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how many worlds you made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whole definition. It is a share of a thing you simulated, and nothing else.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the shuffle said about Retail-Plus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92ee9b3cb1d29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58533"/>
            <a:ext cx="10820095" cy="1052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5753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Chance alone does not produce this gap. The fall is real.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Why not write p = 0?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541268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541268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632708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Zero of five thousand shuffles beat it. Is the p-value zero?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5,000 shuffles resolve to one in 5,000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8427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did not test every possible world. You made five thousand of them, so the smallest number you can honestly report is the one your simulation can see.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722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3823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 &lt; 0.0002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179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Writing p = 0 claims a certainty your method cannot produce.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p-value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Three things it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8d675305ba94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5039"/>
            <a:ext cx="10820095" cy="18742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395585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first wrong reading is the one that gets said in meetings, and it reverses what the number means.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Statistically real and worth acting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d4855402df086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7632"/>
            <a:ext cx="10820095" cy="201153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785467"/>
          <a:ext cx="10820094" cy="12720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2377"/>
                <a:gridCol w="6467717"/>
              </a:tblGrid>
              <a:tr h="3180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Answered by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Could chance have done this?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p-value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big enough to care about?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size of the effect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Is it worth doing something about?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A"/>
                          </a:solidFill>
                          <a:latin typeface="Calibri"/>
                        </a:rPr>
                        <a:t>The cost of the action against the value of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313531"/>
            <a:ext cx="10820095" cy="47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Three separate calls. A tiny p-value on a tiny effect is a real finding about something that does not matter.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Retail-Plus, all three calls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9129"/>
                <a:gridCol w="7610965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Chance?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No. p &lt; 0.0002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Big?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Yes. Orders per member fell about a third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Worth acting on?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22 members are the paid tier, so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Only the first of those three came from the shuffle. The other two came from knowing the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Sample size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Student is up 40 percent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Five orders in the first quarter and seven in the second. Orders per member went from 2.50 to 3.50.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Forty percent. On twelve orders.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Flip a coin twelve times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b89326eeb78f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18796"/>
            <a:ext cx="10820095" cy="1132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1972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rise is real in the file and it is worthless as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rule of thumb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1C1C1A"/>
                </a:solidFill>
                <a:latin typeface="Calibri"/>
              </a:rPr>
              <a:t>Distrust any rate computed on fewer than about thirty observations.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rule of thumb rather than a law, and saying which it is out loud is part of using it honestly.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Student has twelve. Retail-Plus has sixty-six.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you would tell Meera about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"Student is up 40 percent on twelve orders. Chance alone produces a rise that large about two times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in five, so I would not move budget on it. If Student matters, the fastest way to find out is 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give it a full quarter and look again at around fifty orders."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yet, and here is what would tell 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4. Half one: is it real, or is it the wobble?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