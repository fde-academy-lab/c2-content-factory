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Three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growth review is on Monday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Meera, with Finance reconciled: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20544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20544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"One: Retail-Plus is down, smaller than first reported. Real, or the wobble we see every quarter?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06064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306064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Two: Student is up 40 percent; should I move budget there? Three: marketing ran a monsoon-sale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291584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291584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discount for Retail-Plus in August, says it lifted revenue 6 percent, and wants to repeat it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277104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5277104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Diwali. Did the discount work, or did those customers buy anyway?"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And the constraint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659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659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"One page, two minutes. If the honest answer is 'we do not know yet', say so and tell me what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11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72211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would tell us."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794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last clause is the job. It is also the sentence most analysts never say.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Three questions, three different habits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96867"/>
                <a:gridCol w="492322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Her question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habit it needs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Real, or the wobble?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chance reference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Should I fund Student?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Sample size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Did the discount work?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fair comparison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They look alike and they are not. Answering one with another's method is the most common way this day goes wrong.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shuffle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Suppose the labels mean nothing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Retail-Plus members fell 35 percent and the Retail-Core members fell 2.7. The gap is 32.3 points.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Now suppose the two labels were meaningless and the same customers had been split between them at random. </a:t>
            </a:r>
            <a:r>
              <a:rPr sz="2000" b="1">
                <a:solidFill>
                  <a:srgbClr val="1C1C1A"/>
                </a:solidFill>
                <a:latin typeface="Calibri"/>
              </a:rPr>
              <a:t>Would a gap that big turn up anyway?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Ten cards answer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ffdcd671a0911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9128"/>
            <a:ext cx="10820095" cy="8260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87149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Ten cards, four minutes, no formula. Everything in the code is this move done five thousand times.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count, over the tries, is the p-value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how many chance-only worlds were at least this extreme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-------------------------------------------------------  =  p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     how many worlds you made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is the whole definition. It is a share of a thing you simulated, and nothing else.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the shuffle said about Retail-Plus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5447f5a168a12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58533"/>
            <a:ext cx="10820095" cy="1052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15753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Chance alone does not produce this gap. The fall is real.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Why not write p = 0?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541268"/>
            <a:ext cx="10820095" cy="59842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541268"/>
            <a:ext cx="50292" cy="59842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632708"/>
            <a:ext cx="10362895" cy="452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Zero of five thousand shuffles beat it. Is the p-value zero?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5,000 shuffles resolve to one in 5,000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8427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did not test every possible world. You made five thousand of them, so the smallest number you can honestly report is the one your simulation can see.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62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72262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82320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 &lt; 0.0002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179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Writing p = 0 claims a certainty your method cannot produce.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p-value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Three things it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989b7f1d11f17f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75039"/>
            <a:ext cx="10820095" cy="18742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395585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first wrong reading is the one that gets said in meetings, and it reverses what the number means.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Statistically real and worth acting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2a4b354aeb0e86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10820095" cy="201153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3785467"/>
          <a:ext cx="10820094" cy="12720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52377"/>
                <a:gridCol w="6467717"/>
              </a:tblGrid>
              <a:tr h="3180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Answered by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Could chance have done this?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The p-value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Is it big enough to care about?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The size of the effect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Is it worth doing something about?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The cost of the action against the value of the gain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5313531"/>
            <a:ext cx="10820095" cy="478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Three separate calls. A tiny p-value on a tiny effect is a real finding about something that does not matter.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Retail-Plus, all three calls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09129"/>
                <a:gridCol w="7610965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Call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Chance?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No. p &lt; 0.0002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Big?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Yes. Orders per member fell about a third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Worth acting on?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22 members are the paid tier, so yes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Only the first of those three came from the shuffle. The other two came from knowing the business.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Sample size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Student is up 40 percent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Five orders in the first quarter and seven in the second. Orders per member went from 2.50 to 3.50.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Forty percent. On twelve orders.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Flip a coin twelve times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d96c3b5d17de1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18796"/>
            <a:ext cx="10820095" cy="1132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1972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rise is real in the file and it is worthless as evidence.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rule of thumb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30144"/>
            <a:ext cx="10820095" cy="182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1C1C1A"/>
                </a:solidFill>
                <a:latin typeface="Calibri"/>
              </a:rPr>
              <a:t>Distrust any rate computed on fewer than about thirty observations.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is a rule of thumb rather than a law, and saying which it is out loud is part of using it honestly.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Student has twelve. Retail-Plus has sixty-six.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you would tell Meera about Student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83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383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"Student is up 40 percent on twelve orders. Chance alone produces a rise that large about two times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22935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22935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in five, so I would not move budget on it. If Student matters, the fastest way to find out is 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21487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21487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give it a full quarter and look again at around fifty orders."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7222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 yet, and here is what would tell 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