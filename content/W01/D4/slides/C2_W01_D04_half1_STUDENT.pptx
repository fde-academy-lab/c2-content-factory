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A. Three questions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1, Day 4. Half one: is it real, or is it the wobble?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1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The growth review is on Monday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27632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Meera, with Finance reconciled: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320544"/>
            <a:ext cx="41148" cy="839216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2320544"/>
            <a:ext cx="10545775" cy="839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"One: Retail-Plus is down, smaller than first reported. Real, or the wobble we see every quarter?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3306064"/>
            <a:ext cx="41148" cy="839216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3544" y="3306064"/>
            <a:ext cx="10545775" cy="839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Two: Student is up 40 percent; should I move budget there? Three: marketing ran a monsoon-sale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4291584"/>
            <a:ext cx="41148" cy="839216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23544" y="4291584"/>
            <a:ext cx="10545775" cy="839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discount for Retail-Plus in August, says it lifted revenue 6 percent, and wants to repeat it for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5277104"/>
            <a:ext cx="41148" cy="511048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3544" y="5277104"/>
            <a:ext cx="10545775" cy="511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Diwali. Did the discount work, or did those customers buy anyway?"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4. Half one: is it real, or is it the wobble?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2 / 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1C1C1A"/>
                </a:solidFill>
                <a:latin typeface="Calibri"/>
              </a:rPr>
              <a:t>And the constraint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736596"/>
            <a:ext cx="41148" cy="839216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2736596"/>
            <a:ext cx="10545775" cy="839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"One page, two minutes. If the honest answer is 'we do not know yet', say so and tell me what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3722116"/>
            <a:ext cx="41148" cy="511048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3722116"/>
            <a:ext cx="10545775" cy="511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would tell us."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379468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That last clause is the job. It is also the sentence most analysts never say.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4. Half one: is it real, or is it the wobble?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3 / 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Three questions, three different habits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2483104"/>
          <a:ext cx="10820094" cy="154838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5896867"/>
                <a:gridCol w="4923227"/>
              </a:tblGrid>
              <a:tr h="387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Her question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The habit it needs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Real, or the wobble?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A chance reference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Should I fund Student?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Sample size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Did the discount work?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A fair comparison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4287520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They look alike and they are not. Answering one with another's method is the most common way this day goes wrong.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4. Half one: is it real, or is it the wobble?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4 / 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B. The shuffle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1, Day 4. Half one: is it real, or is it the wobble?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5 / 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Suppose the labels mean nothing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985008"/>
            <a:ext cx="10820095" cy="1710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The Retail-Plus members fell 35 percent and the Retail-Core members fell 2.7. The gap is 32.3 points.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Now suppose the two labels were meaningless and the same customers had been split between them at random. </a:t>
            </a:r>
            <a:r>
              <a:rPr sz="2000" b="1">
                <a:solidFill>
                  <a:srgbClr val="1C1C1A"/>
                </a:solidFill>
                <a:latin typeface="Calibri"/>
              </a:rPr>
              <a:t>Would a gap that big turn up anyway?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4. Half one: is it real, or is it the wobble?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6 / 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1C1C1A"/>
                </a:solidFill>
                <a:latin typeface="Calibri"/>
              </a:rPr>
              <a:t>Ten cards answer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4ffdcd671a09118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899128"/>
            <a:ext cx="10820095" cy="82606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3871496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Ten cards, four minutes, no formula. Everything in the code is this move done five thousand times.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4. Half one: is it real, or is it the wobble?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7 / 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The count, over the tries, is the p-value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742184"/>
            <a:ext cx="10820095" cy="1121664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742184"/>
            <a:ext cx="50292" cy="112166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2842768"/>
            <a:ext cx="10417759" cy="9387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how many chance-only worlds were at least this extreme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-------------------------------------------------------  =  p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                 how many worlds you made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028440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That is the whole definition. It is a share of a thing you simulated, and nothing else.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4. Half one: is it real, or is it the wobble?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8 / 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What the shuffle said about Retail-Plus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6c068a46e14851e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814984"/>
            <a:ext cx="10820095" cy="13397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4301080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Chance alone does not produce this gap. The fall is real.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4. Half one: is it real, or is it the wobble?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9 / 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D8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73207" y="603504"/>
            <a:ext cx="932688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18488" y="493776"/>
            <a:ext cx="87901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1C1C1A"/>
                </a:solidFill>
                <a:latin typeface="Calibri"/>
              </a:rPr>
              <a:t>Why not write p = 0?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3541268"/>
            <a:ext cx="10820095" cy="598424"/>
          </a:xfrm>
          <a:prstGeom prst="rect">
            <a:avLst/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3541268"/>
            <a:ext cx="50292" cy="59842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3632708"/>
            <a:ext cx="10362895" cy="45211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000" b="1">
                <a:solidFill>
                  <a:srgbClr val="2B4A7D"/>
                </a:solidFill>
                <a:latin typeface="Calibri"/>
              </a:rPr>
              <a:t>Question. </a:t>
            </a:r>
            <a:r>
              <a:rPr sz="2000" b="0">
                <a:solidFill>
                  <a:srgbClr val="1C1C1A"/>
                </a:solidFill>
                <a:latin typeface="Calibri"/>
              </a:rPr>
              <a:t>Zero of five thousand shuffles beat it. Is the p-value zero?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4. Half one: is it real, or is it the wobble?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10 / 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73207" y="603504"/>
            <a:ext cx="932688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18488" y="493776"/>
            <a:ext cx="87901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Answer: 5,000 shuffles resolve to one in 5,000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684272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You did not test every possible world. You made five thousand of them, so the smallest number you can honestly report is the one your simulation can see.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3722624"/>
            <a:ext cx="10820095" cy="544576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3722624"/>
            <a:ext cx="50292" cy="544576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3544" y="3823208"/>
            <a:ext cx="10417759" cy="361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p &lt; 0.0002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431792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Writing p = 0 claims a certainty your method cannot produce.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4. Half one: is it real, or is it the wobble?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11 / 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C. The p-value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1, Day 4. Half one: is it real, or is it the wobble?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12 / 20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1C1C1A"/>
                </a:solidFill>
                <a:latin typeface="Calibri"/>
              </a:rPr>
              <a:t>Three things it is not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53b15185477071b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346569"/>
            <a:ext cx="10820095" cy="193118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4424054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The first wrong reading is the one that gets said in meetings, and it reverses what the number means.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4. Half one: is it real, or is it the wobble?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13 / 20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Statistically real and worth acting 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c0bfb54f47b688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627632"/>
            <a:ext cx="10820095" cy="1783717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3557653"/>
          <a:ext cx="10820094" cy="127203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4352377"/>
                <a:gridCol w="6467717"/>
              </a:tblGrid>
              <a:tr h="31800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Question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Answered by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</a:tr>
              <a:tr h="31800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A"/>
                          </a:solidFill>
                          <a:latin typeface="Calibri"/>
                        </a:rPr>
                        <a:t>Could chance have done this?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A"/>
                          </a:solidFill>
                          <a:latin typeface="Calibri"/>
                        </a:rPr>
                        <a:t>The p-value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1800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A"/>
                          </a:solidFill>
                          <a:latin typeface="Calibri"/>
                        </a:rPr>
                        <a:t>Is it big enough to care about?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A"/>
                          </a:solidFill>
                          <a:latin typeface="Calibri"/>
                        </a:rPr>
                        <a:t>The size of the effect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  <a:tr h="31800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A"/>
                          </a:solidFill>
                          <a:latin typeface="Calibri"/>
                        </a:rPr>
                        <a:t>Is it worth doing something about?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A"/>
                          </a:solidFill>
                          <a:latin typeface="Calibri"/>
                        </a:rPr>
                        <a:t>The cost of the action against the value of the gain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5085717"/>
            <a:ext cx="10820095" cy="478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500" b="0">
                <a:solidFill>
                  <a:srgbClr val="1C1C1A"/>
                </a:solidFill>
                <a:latin typeface="Calibri"/>
              </a:rPr>
              <a:t>Three separate calls. A tiny p-value on a tiny effect is a real finding about something that does not matter.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4. Half one: is it real, or is it the wobble?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14 / 20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>
                <a:solidFill>
                  <a:srgbClr val="1C1C1A"/>
                </a:solidFill>
                <a:latin typeface="Calibri"/>
              </a:rPr>
              <a:t>Retail-Plus, all three calls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2483104"/>
          <a:ext cx="10820094" cy="154838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209129"/>
                <a:gridCol w="7610965"/>
              </a:tblGrid>
              <a:tr h="387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Call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Answer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Chance?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No. p &lt; 0.0002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Big?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Yes. Orders per member fell about a third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Worth acting on?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The 22 members are the paid tier, so yes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4287520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Only the first of those three came from the shuffle. The other two came from knowing the business.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4. Half one: is it real, or is it the wobble?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15 / 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D. Sample size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1, Day 4. Half one: is it real, or is it the wobble?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16 / 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1C1C1A"/>
                </a:solidFill>
                <a:latin typeface="Calibri"/>
              </a:rPr>
              <a:t>Student is up 40 percent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157728"/>
            <a:ext cx="1082009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Five orders in the first quarter and seven in the second. Orders per member went from 2.50 to 3.50.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Forty percent. On twelve orders.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4. Half one: is it real, or is it the wobble?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17 / 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1C1C1A"/>
                </a:solidFill>
                <a:latin typeface="Calibri"/>
              </a:rPr>
              <a:t>Flip a coin twelve times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c9e5ff3ee6f3f9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867259"/>
            <a:ext cx="10820095" cy="123524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4248805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The rise is real in the file and it is worthless as evidence.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4. Half one: is it real, or is it the wobble?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18 / 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1C1C1A"/>
                </a:solidFill>
                <a:latin typeface="Calibri"/>
              </a:rPr>
              <a:t>The rule of thumb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930144"/>
            <a:ext cx="10820095" cy="1820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1">
                <a:solidFill>
                  <a:srgbClr val="1C1C1A"/>
                </a:solidFill>
                <a:latin typeface="Calibri"/>
              </a:rPr>
              <a:t>Distrust any rate computed on fewer than about thirty observations.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It is a rule of thumb rather than a law, and saying which it is out loud is part of using it honestly.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Student has twelve. Retail-Plus has sixty-six.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4. Half one: is it real, or is it the wobble?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19 / 20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What you would tell Meera about Student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243836"/>
            <a:ext cx="41148" cy="839216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2243836"/>
            <a:ext cx="10545775" cy="839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"Student is up 40 percent on twelve orders. Chance alone produces a rise that large about two times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3229356"/>
            <a:ext cx="41148" cy="839216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3229356"/>
            <a:ext cx="10545775" cy="839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in five, so I would not move budget on it. If Student matters, the fastest way to find out is to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4214876"/>
            <a:ext cx="41148" cy="511048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3544" y="4214876"/>
            <a:ext cx="10545775" cy="511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give it a full quarter and look again at around fifty orders."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872228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Not yet, and here is what would tell us.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4. Half one: is it real, or is it the wobble?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20 / 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