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Package the logic, survive bad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three questions this half answers: what do I call again tomorrow, what do I do when a value is wrong, and who finds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[inline cell] &gt; [packaged decision] &gt; [read the failure] &gt; [log the rejection] &gt; [cross the boundary]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Yesterday you answered a question about the records. Today that answer becomes something you can run again on records you have not seen.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anchor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have written this cell three times already.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total = 0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if r["outcome"] == "accepted":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    total = total + int(r["amount"])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Three copies. One of them has a typo. Which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problem with three copies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rule that lives in three cells is three rules.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When the rule changes, you have to remember where all three are. The one you forget is the one that ships.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1: THE PACKAGED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**[packaged decision]** &gt; [read the failure] &gt; [log the rejection] &gt; [cross the boundary]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Same rule, one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def accepted_total(records):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total = 0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for r in records: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    if r["outcome"] == "accepted":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        total = total + int(r["amount"])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return total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rule now has a name and one home.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the name buys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can say the name out loud to a colleague.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can change the rule in one place.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can run it on a file that arrives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parameter is the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def accepted_total(records) says: give me records, I give you a number.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function cannot see anything you did not hand it. That is the whole of scope for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Carve accepted_total out of the inline cell together.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Then break it: rename the variable outside the function and watch the function keep working.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return against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def fix(record):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print(record["id"])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result = fix(rec)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What is inside result now?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TypeError: 'NoneType' object is not subscriptable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print shows a human. return hands a value back to the code. A function that only prints returns None, and None cannot be indexed.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Print is for you. Return is for the next line of code.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If the caller needs the answer, the function returns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Name the rule with def.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Take what you need as parameters.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Hand the answer back with return.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Use print only to show a human.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2: READ THE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**[read the failure]** &gt; [log the rejection] &gt; [cross the boundary]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Yesterday you saw three of 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traceback is not the computer being angry. It is the computer telling you where it stopped and what it was holding.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Read it bottom-up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Traceback (most recent call last):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File "clean.py", line 12, in &lt;module&gt;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total = total + int(record["amount"])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                ^^^^^^^^^^^^^^^^^^^^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ValueError: invalid literal for int() with base 10: 'twelve'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Last line: what went wrong. Line above it: where. Everything else: how you got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three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What is the exception type?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Which line is mine?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What value was it holding?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third question is the one people skip.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Catching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try: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value = int(record["amount"])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except ValueError: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...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name the exception you expected. Anything else still stops the program, which is what you want.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try: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value = int(record["amount"])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except: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pass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This runs. It produces a number. The number is wrong and nothing on screen says 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Watch it happen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Bare except, on today's 30 records: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Processed 30 records. Total: 230380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Narrow except, same 30 records: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Clean 28, rejected 2, total 230380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Same number. One of these two lines is a lie.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Which one lied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first line claims 30 records went into that total. Two of them did not.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crash costs you an hour. A plausible wrong number costs you the quarter, because nobody goes looking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Read the traceback from the bottom.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Name the exception you expected.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Never catch everything.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If the count and the claim disagree, the claim is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3: LOG THE REJECTION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>
                <a:solidFill>
                  <a:srgbClr val="FFFFFF"/>
                </a:solidFill>
                <a:latin typeface="Calibri"/>
              </a:rPr>
              <a:t>[inline cell] &gt; [packaged decision] &gt; [read the failure] &gt; **[log the rejection]** &gt; [cross the boundary]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does the bad record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have three choices when a record will not convert.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Fix it silently. Drop it silently. Set it aside with a reason.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Only the third one survives a question from your manager.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rejects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rejects = []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...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except ValueError as e: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    rejects.append({"id": record["id"], "reason": str(e)})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str(e) carries the exact reason the interpreter gave you. You do not have to invent wording.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a good reason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{"id": "1011", "reason": "invalid literal for int() with base 10: 'twelve'"}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B4A7D"/>
                </a:solidFill>
                <a:latin typeface="Consolas"/>
              </a:rPr>
              <a:t>{"id": "1015", "reason": "invalid literal for int() with base 10: ''"}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Someone who was not in the room can act on both of these.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reconciliation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30 records in. 28 clean. 2 rejected.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Input equals clean plus rejected. When that sum does not hold, something disappeared and you do not yet know what.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From the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Knight Capital, 1 August 2012. About USD 440 million lost in 45 minutes.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deployment reused an old flag. The system did not fail loudly. It kept trading, at speed, on the wrong rule.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The argument for validating early and failing loudly is not a style preference. It is that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Interview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"Why is a bare except worse than letting the code crash?"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You can answer this now, with today's two output lines as your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1. Set the bad record aside, never drop it.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2. Carry the interpreter's own reason.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3. Reconcile: input equals clean plus rejected.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4. Ship the rejects list as part of the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Crux, half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C1C1A"/>
                </a:solidFill>
                <a:latin typeface="Calibri"/>
              </a:rPr>
              <a:t>A function is a decision you can call again. A named exception is a failure you chose to survive. A rejects log is the difference between a number and a number you can defend.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