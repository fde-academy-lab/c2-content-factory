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Package the logic, survive bad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three questions this half answers: what do I call again tomorrow, what do I do when a value is wrong, and who finds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[inline cell] &gt; [packaged decision] &gt; [read the failure] &gt; [log the rejection] &gt; [cross the boundary]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Every order in this file is a Kalpa Retail order, and it will still be Kalpa Retail in Week 15.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Yesterday you answered a question about the orders. Today that answer becomes something you can run again on records you have not seen.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this is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clean_record, on three records from today's file: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rejected KR4210 because: invalid literal for int() with base 10: 'twelve'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rejected KR4214 because: invalid literal for int() with base 10: ''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kept     KR4200 4500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16552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One function. Three records. Three outcomes, and the rejected ones say why.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will have written this within the hour.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anchor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have written this cell three times already.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if r["status"] == "delivered":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total = total + int(r["amount"])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Three copies. One of them has a typo. Which one?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problem with three copies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rule that lives in three cells is three rules.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When the rule changes, you have to remember where all three are. The one you forget is the one that ships.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1: THE PACKAGED DECISION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[inline cell]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[packaged decision]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[read the failure]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Same rule, one 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2624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def delivered_total(records):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total = 0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for r in records: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if r["status"] == "delivered":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    total = total + int(r["amount"])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return total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2744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rule now has a name and one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the name buys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can say the name out loud to a colleague.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can change the rule in one place.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can run it on a file that arrives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parameter is 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def delivered_total(records) says: give me records, I give you a number.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function cannot see anything you did not hand it. That is the whole of scope for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Carve delivered_total out of the inline cell together.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Then break it: rename the variable outside the function and watch the function keep working.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return against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def fix(record):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print(record["order_id"])</a:t>
            </a:r>
          </a:p>
          <a:p>
            <a:pPr>
              <a:spcAft>
                <a:spcPts val="400"/>
              </a:spcAft>
            </a:pP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result = fix(rec)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593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What is inside result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TypeError: 'NoneType' object is not subscriptable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print shows a human. return hands a value back to the code. A function that only prints returns None, and None cannot be indexed.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Print is for you. Return is for the next line of code.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If the caller needs the answer, the function returns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Name the rule with def.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Take what you need as parameters.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Hand the answer back with return.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Use print only to show a human.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2: READ THE FAILURE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[inline cell] &gt; [packaged decision]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[read the failure]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[log the rejection]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Yesterday you saw three of 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traceback is not the computer being angry. It is the computer telling you where it stopped and what it was holding.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Read it bottom-up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Traceback (most recent call last):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File "clean.py", line 12, in &lt;module&gt;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total = total + int(record["amount"])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                ^^^^^^^^^^^^^^^^^^^^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ValueError: invalid literal for int() with base 10: 'twelve'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34340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Last line: what went wrong. Line above it: where. Everything else: how you got there.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three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What is the exception type?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Which line is mine?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What value was it holding?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third question is the one people skip.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Catching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except ValueError: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593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name the exception you expected. Anything else still stops the program, which is what you want.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trap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try: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value = int(record["amount"])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except: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593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This runs. It produces a number. The number is wrong and nothing on screen says 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Watch it happen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Bare except, on today's 30 records: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807208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Processed 30 records. Total: 53745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4845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Narrow except, same 30 records: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489704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Clean 28, rejected 2, total 53745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309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Same number. One of these two lines is a lie.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Which one lied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first line claims 30 records went into that total. Two of them did not.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crash costs you an hour. A plausible wrong number costs you the quarter, because nobody goes looking for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Read the traceback from the bottom.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Name the exception you expected.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Never catch everything.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If the count and the claim disagree, the claim is wrong.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SECTION 3: LOG THE REJECTION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[inline cell] &gt; [packaged decision] &gt; [read the failure] &gt; </a:t>
            </a:r>
            <a:r>
              <a:rPr sz="2100" b="1">
                <a:solidFill>
                  <a:srgbClr val="FFFFFF"/>
                </a:solidFill>
                <a:latin typeface="Calibri"/>
              </a:rPr>
              <a:t>[log the rejection]</a:t>
            </a:r>
            <a:r>
              <a:rPr sz="2100" b="0">
                <a:solidFill>
                  <a:srgbClr val="FFFFFF"/>
                </a:solidFill>
                <a:latin typeface="Calibri"/>
              </a:rPr>
              <a:t> &gt; [cross the boundary]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Where does the bad record 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have three choices when a record will not convert.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Fix it silently. Drop it silently. Set it aside with a reason.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Only the third one survives a question from your manager.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rejects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def clean_record(record):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keeper = dict(record)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keeper["amount"] = normalise_amount(record["amount"])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return keeper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59352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clean_record handles one record and decides nothing about failure. clean_records handles the list and owns that decision.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80060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except ValueError as e: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    rejects.append({"order_id": record["order_id"], "reason": str(e)})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02589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str(e) carries the exact reason the interpreter gave you. You do not have to invent wording.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What a good reason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{"id": "KR4210", "reason": "invalid literal for int() with base 10: 'twelve'"}</a:t>
            </a:r>
          </a:p>
          <a:p>
            <a:pPr>
              <a:spcAft>
                <a:spcPts val="400"/>
              </a:spcAft>
            </a:pPr>
            <a:r>
              <a:rPr sz="1700" b="0">
                <a:solidFill>
                  <a:srgbClr val="2B4A7D"/>
                </a:solidFill>
                <a:latin typeface="Consolas"/>
              </a:rPr>
              <a:t>{"id": "KR4214", "reason": "invalid literal for int() with base 10: ''"}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191256"/>
            <a:ext cx="106070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Someone who was not in the room can act on both of these.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The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30 records in. 28 clean. 2 rejected.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Input equals clean plus rejected. When that sum does not hold, something disappeared and you do not yet know what.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From the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Knight Capital, 1 August 2012. About USD 440 million lost in 45 minutes.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deployment reused an old flag. The system did not fail loudly. It kept trading, at speed, on the wrong rule.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The argument for validating early and failing loudly is not a style preference. It is that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Interview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"Why is a bare except worse than letting the code crash?"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can answer this now, with today's two output lines as your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856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1. Set the bad record aside, never drop it.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2. Carry the interpreter's own reason.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3. Reconcile: input equals clean plus rejected.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4. Ship the rejects list as part of the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"/>
            <a:ext cx="10607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C1C1A"/>
                </a:solidFill>
                <a:latin typeface="Calibri"/>
              </a:rPr>
              <a:t>Crux, half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965960"/>
            <a:ext cx="10607040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You have clean_record. That was the promise on the third slide.</a:t>
            </a:r>
          </a:p>
          <a:p>
            <a:pPr>
              <a:spcAft>
                <a:spcPts val="1000"/>
              </a:spcAft>
            </a:pPr>
            <a:r>
              <a:rPr sz="2100" b="0">
                <a:solidFill>
                  <a:srgbClr val="1C1C1A"/>
                </a:solidFill>
                <a:latin typeface="Calibri"/>
              </a:rPr>
              <a:t>A function is a decision you can call again. A named exception is a failure you chose to survive. A rejects log is the difference between a number and a number you can defend.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309360"/>
            <a:ext cx="10607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 Day 2, half one: package the logic, survive bad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