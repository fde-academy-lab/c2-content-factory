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Cross the file boundary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Everything so far lived inside the notebook. Close the notebook and it is gone.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Where we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[inline cell] &gt; [packaged decision] &gt; [read the failure] &gt; [log the rejection] &gt; **[cross the boundary]**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Half one made your rule callable. This half makes your data outlive the kernel.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anchor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Restart the kernel.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Your 30 records are gone. Yesterday you learned that. Today you do something about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Where the records actually come from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Nobody hands you a Python list. Someone sends you a file.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The file was written by a system you do not control, exported by a person you have not met, at a time you did not choose.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SECTION 1: A FORMAT IS AN AGREEMENT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2100">
                <a:solidFill>
                  <a:srgbClr val="FFFFFF"/>
                </a:solidFill>
                <a:latin typeface="Calibri"/>
              </a:rPr>
              <a:t>[inline cell] &gt; [packaged decision] &gt; [read the failure] &gt; [log the rejection] &gt; **[cross the boundary]**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What a file format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A file format is an agreement about structure.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CSV agrees: one row per record, one comma between fields, the first row names the fields.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That is the entire agreement. Nothing in it mentions types.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consequence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Everything you read from a CSV is a string.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4500      becomes   "4500"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twelve    becomes   "twelve"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(empty)   becomes   ""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The file cannot tell you which one is a number. It never could.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Yesterday's planted bug, revisited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Monday you had one amount stored as text and it broke a comparison.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Write those same records to CSV and that bug vanishes, because now every amount is text. The defect did not get fixed. It got hidden.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So conversion is a 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You convert on purpose, at a place you chose, with a plan for what happens when it fails.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That plan is the try block you wrote in half one. It is already done.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Step card,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1. A format is an agreement about structure.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2. CSV agrees about rows and commas, never about types.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3. Everything you read is a string.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4. Convert on purpose, in one place, with a rejection path.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SECTION 2: OPENING A 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2100">
                <a:solidFill>
                  <a:srgbClr val="FFFFFF"/>
                </a:solidFill>
                <a:latin typeface="Calibri"/>
              </a:rPr>
              <a:t>[inline cell] &gt; [packaged decision] &gt; [read the failure] &gt; [log the rejection] &gt; **[cross the boundary]**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break,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FileNotFoundError: [Errno 2] No such file or directory: 'data/orderz.csv'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Before we open a file correctly, watch what a wrong path says. It names the exact path it tried. Read it out loud and you find the typo.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path is relative to where the kernel is running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Not to where you think you are. Not to where the file browser is pointing.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FileNotFoundError is the cheapest error in this course. It tells you exactly what it looked for.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with open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with open("records.csv") as f: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    ...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The with block guarantees the file closes when the block ends, including when your code raises inside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Why that guarantee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Without it, a crash mid-loop leaves the file open. On your laptop you get away with it. On a server that runs this a thousand times a day, you run out of file handles.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Step card,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1. Read the path in the error before you edit anything.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2. Paths are relative to the running kernel.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3. Use with open.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4. The close is guaranteed even when the code fails.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SECTION 3: CSV WITH NAMES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2100">
                <a:solidFill>
                  <a:srgbClr val="FFFFFF"/>
                </a:solidFill>
                <a:latin typeface="Calibri"/>
              </a:rPr>
              <a:t>[inline cell] &gt; [packaged decision] &gt; [read the failure] &gt; [log the rejection] &gt; **[cross the boundary]**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Reading by position hurts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row[2]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What is field 2? You have to go and look. Then someone adds a column and every number shifts.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DictReader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import csv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with open("records.csv") as f: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    for record in csv.DictReader(f):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        print(record["amount"])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Each row arrives as a dictionary. You already know how to read those.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Where the keys come from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DictReader takes its keys from the first row of the file.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Change the header spelling in the file and every record["amount"] in your code raises KeyError. The header row is part of the contract.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Step card,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1. csv.DictReader gives you one dictionary per row.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2. The keys come from the header row.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3. The header row is part of the agreement.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4. Read by name, never by position.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SECTION 4: JSON AND NESTING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2100">
                <a:solidFill>
                  <a:srgbClr val="FFFFFF"/>
                </a:solidFill>
                <a:latin typeface="Calibri"/>
              </a:rPr>
              <a:t>[inline cell] &gt; [packaged decision] &gt; [read the failure] &gt; [log the rejection] &gt; **[cross the boundary]**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same agreement, a different shape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import json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with open("records.json") as f: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    records = json.load(f)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JSON agrees about types and about nesting. CSV agrees about neither.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What nesting looks like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{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  "id": "1015",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  "amount": null,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  "source": {"system": "feed_01", "amount_raw": "8400"}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}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Record 1015 had an empty amount in the CSV. The JSON still carries the original value, one level down.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flattening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To put that record in a CSV you have to choose: drop source, or invent a column called source_amount_raw.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Either way the shape changes, and the person downstream has to be told.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When JSON goes wrong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A JSON file is either wholly valid or wholly unreadable. There is no half-parsed JSON.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json.load fails with a line and a column. Your exercise this half is one of these.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Step card,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1. json.load reads types and nesting.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2. Nested values need a stated flattening rule.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3. JSON parses completely or not at all.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4. The error names a line and a column. Go there first.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SECTION 5: TWO FILES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2100">
                <a:solidFill>
                  <a:srgbClr val="FFFFFF"/>
                </a:solidFill>
                <a:latin typeface="Calibri"/>
              </a:rPr>
              <a:t>[inline cell] &gt; [packaged decision] &gt; [read the failure] &gt; [log the rejection] &gt; **[cross the boundary]**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One pass, two deliverables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clean.csv     the records that converted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rejects.csv   the records that did not, and why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Shipping only the first one is shipping half the job.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Writing with names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writer = csv.DictWriter(f, fieldnames=["id","segment","amount","outcome","date"])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writer.writeheader()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writer.writerows(clean)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You state the field names on the way out. That is you writing the agreement for the next person.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Prove it parses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Writing a file is not finishing. Reopening it and counting the rows is finishing.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30 in. 28 in clean. 2 in rejects. Reopen both and check.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From the 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Public Health England, October 2020. 15,841 COVID cases were dropped from reporting.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A CSV was converted to an old Excel format that has a hard row limit. The rows past the limit were silently discarded. Contact tracing never saw them.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Nobody wrote bad code. Somebody did not know the format's contract.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Interview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"CSV or JSON for nested records, and what does flattening cost?"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You have both files open in front of you. Answer from those.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Step card,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1. One pass ships clean and rejects.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2. Name the fields on the way out.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3. Reopen both files and count.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4. Input equals clean plus rejected, or something vanished.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Crux, half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A file format is an agreement about structure, and everything a CSV agrees to is text. Your job at the boundary is to convert on purpose, reject with a reason, and hand on two files instead of 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Tomorrow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Today you cleaned one record at a time. Tomorrow you point these same functions at the whole dataset and find out how many usable records you actually have.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The functions you carved today get called tomorrow without one edit.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