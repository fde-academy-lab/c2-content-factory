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Describing a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 average is not a description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segments can share a median and be nothing alike. One number describes where the middle is and says nothing about how spread out the rest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segment is described by a typical value </a:t>
            </a:r>
            <a:r>
              <a:rPr sz="2000" b="1">
                <a:solidFill>
                  <a:srgbClr val="1C1C1A"/>
                </a:solidFill>
                <a:latin typeface="Calibri"/>
              </a:rPr>
              <a:t>and</a:t>
            </a:r>
            <a:r>
              <a:rPr sz="2000" b="0">
                <a:solidFill>
                  <a:srgbClr val="1C1C1A"/>
                </a:solidFill>
                <a:latin typeface="Calibri"/>
              </a:rPr>
              <a:t> a spread, and usually by the shape as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numbers from a sorted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values = sorted(int(o["amount"])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low, high = values[0], values[-1]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mid = values[len(values) //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Sort once and you have the smallest, the largest and the middle. The range is the distance between the first two, and it is the cheapest spread there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four Kalpa segments, described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2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5290"/>
                <a:gridCol w="777240"/>
                <a:gridCol w="2465290"/>
                <a:gridCol w="2465290"/>
                <a:gridCol w="264698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2,230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860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3,050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1,230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680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1,440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9,85,620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1,99,380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29,45,460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of these four rows is not like the others, and it is the row that decides what the word "average" is worth.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Shape, from the sorted values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8eb52e8da2bef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08234"/>
            <a:ext cx="10820095" cy="20078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6239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do not need a chart to see shape. The gap between the middle and the largest tells you before any picture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Write it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four numbers, four times, is the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need orders, revenue, customers and orders per customer for each quarter, and then for each segment inside each quarter.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twenty computations of four shapes. Copying them is how three of them end up wrong in a way nobody notices.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function is one decision applied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82088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2088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82672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describe(rows):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 = {o["customer_id"] for o in rows}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 = sum(int(o["amount"])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return {"orders": len(rows), "revenue":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"customers": len(customers),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"per_customer": len(rows) / len(customers)}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397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the decision once and the twenty computations become twenty calls.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if that last line said print and not return?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numbers appear on screen either way. What breaks?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caller gets 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6728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print sends text to a screen. return hands a value back to whatever asked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6019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06019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16077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result = describe(rows)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print(result["revenue"])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57904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print inside the function, result is None and the next line fails with TypeError: 'NoneType' object is not subscriptable. A function that prints cannot be built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conversion that must not stop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to_amount(value, default=0):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int(value)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except (TypeError, ValueError):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one amount was text and the loop stopped. Over two hundred rows, stopping on the first bad value means you never find out how many there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try and except let the loop finish and count them instead.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default is a decision somebody has to defend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7a2f9c872b67f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90371"/>
            <a:ext cx="10820095" cy="2243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80253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Whichever you pick, write the reason next to it, because on Wednesday somebody from Finance asks.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as three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6133b0f061f98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97002"/>
            <a:ext cx="4652640" cy="30869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734564"/>
          <a:ext cx="5734649" cy="22118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1372"/>
                <a:gridCol w="1235298"/>
                <a:gridCol w="1235298"/>
                <a:gridCol w="1552681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1,84,211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2,17,442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up 18.0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arithmetic has to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5800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5800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5859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1.000 × 0.754 × 1.180 = 0.890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7176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Eleven percent down, from three factors, two of which moved. If the product does not land on the revenue change, a factor is missing or double counted, and the decomposition is not finished.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factor nobody expected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per order went </a:t>
            </a:r>
            <a:r>
              <a:rPr sz="2000" b="1">
                <a:solidFill>
                  <a:srgbClr val="1C1C1A"/>
                </a:solidFill>
                <a:latin typeface="Calibri"/>
              </a:rPr>
              <a:t>up</a:t>
            </a:r>
            <a:r>
              <a:rPr sz="2000" b="0">
                <a:solidFill>
                  <a:srgbClr val="1C1C1A"/>
                </a:solidFill>
                <a:latin typeface="Calibri"/>
              </a:rPr>
              <a:t> 18 percent while revenue went down.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factor moving the right way is hiding how far the other one fell. Report the fall without it and you understate the frequency problem by a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hypothesis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four, where the fall is concentrated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2c057b9b055f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224" y="1517904"/>
            <a:ext cx="6347246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segment carries almost all of it. That is the sentence somebody can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can say, and what you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24024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67506"/>
                <a:gridCol w="60525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flat at 69 in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Acquisition is fine, because the window may hide churn and replacement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 fell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unhappy, because the data holds no reason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Almost all of it is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reorder feature caused it, because nothing here measures the feature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5466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is the one that gets people into trouble, and it is the one marketing will push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hypothesis, written as a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aa551b0d7cf2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117636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950299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50299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Hypothesis.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Retail-Plus frequency fell because the app's reorder feature broke.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55835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555835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4161371"/>
            <a:ext cx="41148" cy="7355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161371"/>
            <a:ext cx="10545775" cy="735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What would settle it.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Reorder-button events per Retail-Plus member per week, before and after the six-week window, against the same measure for Retail-Core, which was unaffected.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43259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 cause with a test beside it is a finding. A cause without one is an opinion with numbers attached.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both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7286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37286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"Customers are flat at 69 in both quarters, so this is not acquisition. Orders per customer fell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7840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97840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24.6 percent, and almost all of that sits in Retail-Plus. The reorder-feature complaint is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83940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3940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plausible cause and I have not tested it; reorder events per member either side of the six weeks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89476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89476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would settle it. Note that revenue per order rose 18 percent, which is masking part of the fall."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95012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Claim, location, hypothesis with its test, and the thing that is hiding the rest.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