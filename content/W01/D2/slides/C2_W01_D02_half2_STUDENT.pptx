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Describing a segment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 average is not a description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segments can share a median and be nothing alike. One number describes where the middle is and says nothing about how spread out the rest are.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segment is described by a typical value </a:t>
            </a:r>
            <a:r>
              <a:rPr sz="2000" b="1">
                <a:solidFill>
                  <a:srgbClr val="1C1C1A"/>
                </a:solidFill>
                <a:latin typeface="Calibri"/>
              </a:rPr>
              <a:t>and</a:t>
            </a:r>
            <a:r>
              <a:rPr sz="2000" b="0">
                <a:solidFill>
                  <a:srgbClr val="1C1C1A"/>
                </a:solidFill>
                <a:latin typeface="Calibri"/>
              </a:rPr>
              <a:t> a spread, and usually by the shape as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Three numbers from a sorted 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values = sorted(int(o["amount"]) for o in rows)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low, high = values[0], values[-1]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mid = values[len(values) //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Sort once and you have the smallest, the largest and the middle. The range is the distance between the first two, and it is the cheapest spread there 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four Kalpa segments, described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375916"/>
          <a:ext cx="10820092" cy="1762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65290"/>
                <a:gridCol w="777240"/>
                <a:gridCol w="2465290"/>
                <a:gridCol w="2465290"/>
                <a:gridCol w="2646982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Smallest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Largest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2,230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860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3,000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3,050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1,230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4,460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990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680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1,440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9,85,620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1,99,380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29,45,460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39470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of these four rows is not like the others, and it is the row that decides what the word "average" is worth.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Shape, from the sorted values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c485d4743f6fb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2077258"/>
            <a:ext cx="10820095" cy="2469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69336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do not need a chart to see shape. The gap between the middle and the largest tells you before any picture does.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Write it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same four numbers, four times, is the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need orders, revenue, customers and orders per customer for each quarter, and then for each segment inside each quarter.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twenty computations of four shapes. Copying them is how three of them end up wrong in a way nobody notices.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function is one decision applied everywhere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482088"/>
            <a:ext cx="10820095" cy="1987295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82088"/>
            <a:ext cx="50292" cy="1987295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82672"/>
            <a:ext cx="10417759" cy="1804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def describe(rows):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customers = {o["customer_id"] for o in rows}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revenue = sum(int(o["amount"]) for o in rows)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return {"orders": len(rows), "revenue": revenue,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"customers": len(customers),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"per_customer": len(rows) / len(customers)}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33975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Write the decision once and the twenty computations become twenty calls.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if that last line said print and not return?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541268"/>
            <a:ext cx="10820095" cy="59842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541268"/>
            <a:ext cx="50292" cy="59842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632708"/>
            <a:ext cx="10362895" cy="452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The numbers appear on screen either way. What breaks?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the caller gets None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6728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print sends text to a screen. return hands a value back to whatever asked for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60192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06019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160776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result = describe(rows)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print(result["revenue"])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57904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 print inside the function, result is None and the next line fails with TypeError: 'NoneType' object is not subscriptable. A function that prints cannot be built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conversion that must not stop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26056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26056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26640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def to_amount(value, default=0):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try: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return int(value)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except (TypeError, ValueError):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return default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89400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Yesterday one amount was text and the loop stopped. Over two hundred rows, stopping on the first bad value means you never find out how many there are.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try and except let the loop finish and count them instead.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Every default is a decision somebody has to defend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3bcf6852304aea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23124"/>
            <a:ext cx="10820095" cy="21780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547499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There is no free option. Whichever you pick, write the reason next to it, because on Wednesday somebody from Finance asks.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decomposition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Revenue, as three factors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3f38ed41bf55c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25348"/>
            <a:ext cx="4652640" cy="323026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734564"/>
          <a:ext cx="5734649" cy="22118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11372"/>
                <a:gridCol w="1235298"/>
                <a:gridCol w="1235298"/>
                <a:gridCol w="1552681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flat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1.65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24.6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Revenue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1,84,211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2,17,442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up 18.0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2.10 crore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1.87 crore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11.0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arithmetic has to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5800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5800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5859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1.000 × 0.754 × 1.180 = 0.890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7176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Eleven percent down, from three factors, two of which moved. If the product does not land on the revenue change, a factor is missing or double counted, and the decomposition is not finished.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factor nobody expected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Revenue per order went </a:t>
            </a:r>
            <a:r>
              <a:rPr sz="2000" b="1">
                <a:solidFill>
                  <a:srgbClr val="1C1C1A"/>
                </a:solidFill>
                <a:latin typeface="Calibri"/>
              </a:rPr>
              <a:t>up</a:t>
            </a:r>
            <a:r>
              <a:rPr sz="2000" b="0">
                <a:solidFill>
                  <a:srgbClr val="1C1C1A"/>
                </a:solidFill>
                <a:latin typeface="Calibri"/>
              </a:rPr>
              <a:t> 18 percent while revenue went down.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factor moving the right way is hiding how far the other one fell. Report the fall without it and you understate the frequency problem by a third.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The hypothesis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Rung four, where the fall is concentrated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5f5babdd34f83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474" y="1517904"/>
            <a:ext cx="5748747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One segment carries almost all of it. That is the sentence somebody can act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you can say, and what you cannot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24024"/>
          <a:ext cx="10820094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67506"/>
                <a:gridCol w="605258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 say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Cannot say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 are flat at 69 in both quarters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Acquisition is fine, because the window may hide churn and replacement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 fell 24.6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 are unhappy, because the data holds no reason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Almost all of it is 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reorder feature caused it, because nothing here measures the feature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54660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third row is the one that gets people into trouble, and it is the one marketing will push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hypothesis, written as a hypothesis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349c2454a460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122636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000298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00298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1">
                <a:solidFill>
                  <a:srgbClr val="5F6360"/>
                </a:solidFill>
                <a:latin typeface="Calibri"/>
              </a:rPr>
              <a:t>Hypothesis.</a:t>
            </a:r>
            <a:r>
              <a:rPr sz="1600" b="0" i="1">
                <a:solidFill>
                  <a:srgbClr val="5F6360"/>
                </a:solidFill>
                <a:latin typeface="Calibri"/>
              </a:rPr>
              <a:t> Retail-Plus frequency fell because the app's reorder feature broke.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605834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605834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85800" y="4211370"/>
            <a:ext cx="41148" cy="735584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211370"/>
            <a:ext cx="10545775" cy="735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1">
                <a:solidFill>
                  <a:srgbClr val="5F6360"/>
                </a:solidFill>
                <a:latin typeface="Calibri"/>
              </a:rPr>
              <a:t>What would settle it.</a:t>
            </a:r>
            <a:r>
              <a:rPr sz="1600" b="0" i="1">
                <a:solidFill>
                  <a:srgbClr val="5F6360"/>
                </a:solidFill>
                <a:latin typeface="Calibri"/>
              </a:rPr>
              <a:t> Reorder-button events per Retail-Plus member per week, before and after the six-week window, against the same measure for Retail-Core, which was unaffected.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93258"/>
            <a:ext cx="10820095" cy="806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A cause with a test beside it is a finding. A cause without one is an opinion with numbers attached.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sentence you would send both of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72868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372868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"Customers are flat at 69 in both quarters, so this is not acquisition. Orders per customer fell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978404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978404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24.6 percent, and almost all of that sits in Retail-Plus. The reorder-feature complaint is 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83940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3940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plausible cause and I have not tested it; reorder events per member either side of the six weeks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89476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189476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would settle it. Note that revenue per order rose 18 percent, which is masking part of the fall."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795012"/>
            <a:ext cx="10820095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Claim, location, hypothesis with its test, and the thing that is hiding the rest.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