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complaint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Meera read the tree, and replied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"So revenue is customers, times how often they buy, times basket, times price. Now: which of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those moved? Q2 was Rs 1.9 crore, Q1 was 2.1. Are we losing customers, or are the ones we have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buying less? Marketing says more customers. Prove it or disprove it."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Yesterday you named the branches. Today one of them moved.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And a second message arrived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0987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head of Retail-Plus, who owns the paid-membership tier, forwards a member's complaint: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4822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34822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app's reorder button has not worked for six weeks."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0558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He asks one question: is my tier the one slipping?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message is a hypothesis handed to you by somebody with an interest in the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could make a drop look real when it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68728"/>
          <a:ext cx="10820095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00497"/>
                <a:gridCol w="561959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tell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quarters were different lengths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13 weeks against 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quarter is still open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that have not arrived yet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definition changed in a release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numerator or the denominator moved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segment was reclassified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customers, a different bucket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export double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Rows, not customers, went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84733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Rung one exists because four of those five are invisible in a total.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five rungs, in this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19f13ce797824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33" y="1517904"/>
            <a:ext cx="2224828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You never climb past a rung you have not done.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each rung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9192"/>
          <a:ext cx="10820094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4981"/>
                <a:gridCol w="4436012"/>
                <a:gridCol w="454910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Rung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Goes wrong when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Confirm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Both totals, one definition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Delivered is compared with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Like with like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Equal windows, same segments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13-week quarter meets an 11-week one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Decompose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Customers, orders, revenue by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total is called a finding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Isolate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split per 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blended number hides the 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Hypothesise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Something outside 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cause is stated as a fact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Marketing says we are losing customers. Which rung?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On which rung is "we are losing customers" an answer, and what has to be true before you can even test 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rung three, and only after rung two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12288"/>
            <a:ext cx="10820095" cy="205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"Fewer customers" is one of three factors in the decomposition, so it belongs on rung three.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can only be tested once the two quarters are comparable, which is rung two. A customer count from a 13-week quarter against an 11-week one settles nothing, whichever way it points.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Like with like, in 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53243"/>
                <a:gridCol w="696685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Because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Same window length?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longer quarter holds more of everything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Same segment definitions?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reclassified customer is not a lost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Same denominator?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rate is only comparable against the same base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rate with no denominator is a rumour. A rate with a different denominator on each side is worse, because it looks like a comparison.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Grouping by key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Counting per group, not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9791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9849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key = order["quarter"]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counts[key] = counts.get(key, 0)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27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dictionary, one key per group. The accumulator you already know, kept per key rather than once.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.get() is doing the real work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58f5a94736f2e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367" y="1517904"/>
            <a:ext cx="8552959" cy="3325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counts[key] raises on a key that is not there. counts.get(key, 0) returns the default you chose. Choosing a default is a decision, and the reason belongs in a comment.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shape, one line different, gives you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9791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9849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revenue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key = order["quarter"]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revenue[key] = revenue.get(key, 0) + order["amount"]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27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Count adds one, revenue adds the amount, distinct customers adds to a set. Three variations of one shape.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Distinct customers per group needs a set per key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2519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2519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2577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customers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key = order["quarter"]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customers.setdefault(key, set()).add(order["customer_id"])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99992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setdefault creates the empty set the first time a quarter appears and returns the existing one afterwards, which is exactly the behaviour a per-group accumulator needs.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first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Rung one and rung two, answered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ddd443cd22e1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24269"/>
            <a:ext cx="10820095" cy="2721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9179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 fell 11 percent. The customer count did not move at 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Marketing's claim, tested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ff71d0fb790bf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73202"/>
            <a:ext cx="10820095" cy="10779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9742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same people are still buying. They are buying less often, which is a different problem with a different bill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half two does with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Rung three is not finished. Two factors moved, not one, and one of them moved </a:t>
            </a:r>
            <a:r>
              <a:rPr sz="2000" b="1">
                <a:solidFill>
                  <a:srgbClr val="1C1C1A"/>
                </a:solidFill>
                <a:latin typeface="Calibri"/>
              </a:rPr>
              <a:t>upward</a:t>
            </a:r>
            <a:r>
              <a:rPr sz="2000" b="0">
                <a:solidFill>
                  <a:srgbClr val="1C1C1A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two describes each segment honestly, writes the decomposition once as a function, and finds which segment carries the fall.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