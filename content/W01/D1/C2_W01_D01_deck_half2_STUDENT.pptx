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records answer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Half one gave you a loop, a condition and an accumulator.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This half points all three at a question somebody actually asked.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800">
                <a:solidFill>
                  <a:srgbClr val="2B4A7D"/>
                </a:solidFill>
                <a:latin typeface="Consolas"/>
              </a:rPr>
              <a:t>[open the workbench] &gt; [the kernel remembers] &gt; [type decides] &gt; </a:t>
            </a:r>
            <a:r>
              <a:rPr b="1" sz="1800">
                <a:solidFill>
                  <a:srgbClr val="2B4A7D"/>
                </a:solidFill>
                <a:latin typeface="Consolas"/>
              </a:rPr>
              <a:t>[walk the records]</a:t>
            </a:r>
            <a:r>
              <a:rPr b="0" sz="1800">
                <a:solidFill>
                  <a:srgbClr val="2B4A7D"/>
                </a:solidFill>
                <a:latin typeface="Consolas"/>
              </a:rPr>
              <a:t> &gt; [the business answer]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The kernel holds your records and you can name a value's type. Now the records have to produce a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question on the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Someone on the Kalpa Retail side asks how many of these orders are above Rs 2,000 and what those orders add up to.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Nobody has told you whether the file will cooperate with that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SECTION 1: THE GUIDED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800">
                <a:solidFill>
                  <a:srgbClr val="FFFFFF"/>
                </a:solidFill>
                <a:latin typeface="Consolas"/>
              </a:rPr>
              <a:t>[open the workbench] &gt; [the kernel remembers] &gt; [type decides] &gt; </a:t>
            </a:r>
            <a:r>
              <a:rPr b="1" sz="1800">
                <a:solidFill>
                  <a:srgbClr val="FFFFFF"/>
                </a:solidFill>
                <a:latin typeface="Consolas"/>
              </a:rPr>
              <a:t>[walk the records]</a:t>
            </a:r>
            <a:r>
              <a:rPr b="0" sz="1800">
                <a:solidFill>
                  <a:srgbClr val="FFFFFF"/>
                </a:solidFill>
                <a:latin typeface="Consolas"/>
              </a:rPr>
              <a:t> &gt; [the business answer]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Build it with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The trainer builds this on screen one line at a time, and you build the same lines on your own Codespace at the same pace.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Three pieces, and you already have all three: a loop that walks the records, a condition that asks one question of each record, and two accumulators that remember the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count = 0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total = 0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for r in records: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   if r["amount"] &gt; 2000: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       count = count + 1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       total = total + r["amount"]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Run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TypeError: '&gt;' not supported between instances of 'str' and 'int'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It stops on the very first record in the file, which is KR4200 storing its amount as the text "4500".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You met this error in half one on a value you typed yourself. Here it is on a record that was handed to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fix, at the point of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for r in records: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   if int(r["amount"]) &gt; 2000: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1800">
                <a:solidFill>
                  <a:srgbClr val="2B4A7D"/>
                </a:solidFill>
                <a:latin typeface="Consolas"/>
              </a:rPr>
              <a:t>int()</a:t>
            </a:r>
            <a:r>
              <a:rPr b="0" sz="2100">
                <a:solidFill>
                  <a:srgbClr val="1C1C1A"/>
                </a:solidFill>
                <a:latin typeface="Calibri"/>
              </a:rPr>
              <a:t> takes a value and hands back the whole number it stands for. That is all it is today, a converter you call at the moment you need a number.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You put it where the comparison happens, so the record arrives as text and the comparison still gets a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count = 0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total = 0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for r in records: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   if int(r["amount"]) &gt; 2000: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       count = count + 1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       total = total + int(r["amount"])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print(count, total)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13 35020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13 orders are above Rs 2,000 and they total Rs 35,020, and that is a sentence you can say out loud to the person who asked.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Two thirteens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The delivered orders came to 13 orders, totalling Rs 25,720.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The orders above Rs 2,000 came to 13 orders, totalling Rs 35,020.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Those are two different groups of orders that happen to hold the same count. Whenever you report either number, name the group it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1. Set both accumulators to zero above the loop.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2. Ask one condition of each record.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3. Convert at the point where you need the number.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4. Report the answer as a sentence with its group named.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SECTION 2: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800">
                <a:solidFill>
                  <a:srgbClr val="FFFFFF"/>
                </a:solidFill>
                <a:latin typeface="Consolas"/>
              </a:rPr>
              <a:t>[open the workbench] &gt; [the kernel remembers] &gt; [type decides] &gt; </a:t>
            </a:r>
            <a:r>
              <a:rPr b="1" sz="1800">
                <a:solidFill>
                  <a:srgbClr val="FFFFFF"/>
                </a:solidFill>
                <a:latin typeface="Consolas"/>
              </a:rPr>
              <a:t>[walk the records]</a:t>
            </a:r>
            <a:r>
              <a:rPr b="0" sz="1800">
                <a:solidFill>
                  <a:srgbClr val="FFFFFF"/>
                </a:solidFill>
                <a:latin typeface="Consolas"/>
              </a:rPr>
              <a:t> &gt; [the business answer]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A list keeps its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ids = ["KR4200", "KR4201", "KR4202", "KR4203", "KR4204"]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ids[0]      "KR4200"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ids[2]      "KR4202"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Counting starts at zero, so the first item is item zero and the third item is item two.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A slice and an append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ids[1:3]                ["KR4201", "KR4202"]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ids.append("KR4205")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len(ids)                6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A slice takes a run of items, starting at the first number and stopping before the second one.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1800">
                <a:solidFill>
                  <a:srgbClr val="2B4A7D"/>
                </a:solidFill>
                <a:latin typeface="Consolas"/>
              </a:rPr>
              <a:t>append</a:t>
            </a:r>
            <a:r>
              <a:rPr b="0" sz="2100">
                <a:solidFill>
                  <a:srgbClr val="1C1C1A"/>
                </a:solidFill>
                <a:latin typeface="Calibri"/>
              </a:rPr>
              <a:t> puts one more item on the end of the list you already have.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b =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a = ["KR4200", "KR4201"]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b = a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b.append("KR4202")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len(a)      3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1800">
                <a:solidFill>
                  <a:srgbClr val="2B4A7D"/>
                </a:solidFill>
                <a:latin typeface="Consolas"/>
              </a:rPr>
              <a:t>b = a</a:t>
            </a:r>
            <a:r>
              <a:rPr b="0" sz="2100">
                <a:solidFill>
                  <a:srgbClr val="1C1C1A"/>
                </a:solidFill>
                <a:latin typeface="Calibri"/>
              </a:rPr>
              <a:t> gives the same list a second name. There is one list here and two ways to reach it, so appending through either name changes what both names show.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When you want a second list, say so on purpose: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b = list(a)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1. Index from zero.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2. A slice stops before its second number.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3. </a:t>
            </a:r>
            <a:r>
              <a:rPr b="0" sz="1800">
                <a:solidFill>
                  <a:srgbClr val="2B4A7D"/>
                </a:solidFill>
                <a:latin typeface="Consolas"/>
              </a:rPr>
              <a:t>append</a:t>
            </a:r>
            <a:r>
              <a:rPr b="0" sz="2100">
                <a:solidFill>
                  <a:srgbClr val="1C1C1A"/>
                </a:solidFill>
                <a:latin typeface="Calibri"/>
              </a:rPr>
              <a:t> changes the list in place.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4. Copy with </a:t>
            </a:r>
            <a:r>
              <a:rPr b="0" sz="1800">
                <a:solidFill>
                  <a:srgbClr val="2B4A7D"/>
                </a:solidFill>
                <a:latin typeface="Consolas"/>
              </a:rPr>
              <a:t>list(a)</a:t>
            </a:r>
            <a:r>
              <a:rPr b="0" sz="2100">
                <a:solidFill>
                  <a:srgbClr val="1C1C1A"/>
                </a:solidFill>
                <a:latin typeface="Calibri"/>
              </a:rPr>
              <a:t> when you want two lists instead of two names.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SECTION 3: A RECORD HAS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800">
                <a:solidFill>
                  <a:srgbClr val="FFFFFF"/>
                </a:solidFill>
                <a:latin typeface="Consolas"/>
              </a:rPr>
              <a:t>[open the workbench] &gt; [the kernel remembers] &gt; [type decides] &gt; </a:t>
            </a:r>
            <a:r>
              <a:rPr b="1" sz="1800">
                <a:solidFill>
                  <a:srgbClr val="FFFFFF"/>
                </a:solidFill>
                <a:latin typeface="Consolas"/>
              </a:rPr>
              <a:t>[walk the records]</a:t>
            </a:r>
            <a:r>
              <a:rPr b="0" sz="1800">
                <a:solidFill>
                  <a:srgbClr val="FFFFFF"/>
                </a:solidFill>
                <a:latin typeface="Consolas"/>
              </a:rPr>
              <a:t> &gt; [the business answer]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A record is 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r = {"order_id": "KR4224", "segment": "Retail-Core", "amount": 1460,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    "status": "delivered", "order_date": "2026-08-17"}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r["status"]     "delivered"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A dictionary stores values under names, and you fetch a field by asking for its name. Your loop has been doing this since half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Never by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Position is a promise the file never made to you.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The day someone adds a column in front of the status field, every position you wrote points one field to the left, and your code keeps running and answers a different question.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A name survives that reordering, and that is the whole argument.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records[0]["discount"]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KeyError: 'discount'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Two of the thirty orders carry a discount field. Asking a dictionary for a name it does not have stops the program, and the error names the field it went looking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Absent is different from empty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Nobody wrote a discount of nothing on the other twenty-eight orders. Those records have no discount field on them at all.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So your code has to say what happens when the name is missing, and that instruction is yours to write.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.get() with a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r.get("discount", 0)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1800">
                <a:solidFill>
                  <a:srgbClr val="2B4A7D"/>
                </a:solidFill>
                <a:latin typeface="Consolas"/>
              </a:rPr>
              <a:t>.get()</a:t>
            </a:r>
            <a:r>
              <a:rPr b="0" sz="2100">
                <a:solidFill>
                  <a:srgbClr val="1C1C1A"/>
                </a:solidFill>
                <a:latin typeface="Calibri"/>
              </a:rPr>
              <a:t> asks for a name and takes a second value to hand back when that name is absent.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The program keeps running, and the number that arrives is the number you chose.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default is a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total = 0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for r in records: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   total = total + r.get("discount", 0)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With a default of 0, the thirty records total Rs 250 in discounts, which is the sum of the two discounts the file actually records.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With a default of 100, the same thirty records total Rs 3,050, and Rs 2,800 of that is a number you invented twenty-eight times.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Both cells run to the end. Only one of the two totals is a 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1. Fetch a field by its name.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2. Never fetch a field by its position.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3. A </a:t>
            </a:r>
            <a:r>
              <a:rPr b="0" sz="1800">
                <a:solidFill>
                  <a:srgbClr val="2B4A7D"/>
                </a:solidFill>
                <a:latin typeface="Consolas"/>
              </a:rPr>
              <a:t>KeyError</a:t>
            </a:r>
            <a:r>
              <a:rPr b="0" sz="2100">
                <a:solidFill>
                  <a:srgbClr val="1C1C1A"/>
                </a:solidFill>
                <a:latin typeface="Calibri"/>
              </a:rPr>
              <a:t> means that name is absent from that record.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4. State your default out loud, because it becomes part of your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SECTION 4: THE BUSINESS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800">
                <a:solidFill>
                  <a:srgbClr val="FFFFFF"/>
                </a:solidFill>
                <a:latin typeface="Consolas"/>
              </a:rPr>
              <a:t>[open the workbench] &gt; [the kernel remembers] &gt; [type decides] &gt; [walk the records] &gt; </a:t>
            </a:r>
            <a:r>
              <a:rPr b="1" sz="1800">
                <a:solidFill>
                  <a:srgbClr val="FFFFFF"/>
                </a:solidFill>
                <a:latin typeface="Consolas"/>
              </a:rPr>
              <a:t>[the business answer]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A dataset is a list of dictionaries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records = [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   {"order_id": "KR4200", "segment": "Retail-Core", "amount": "4500", "status": "returned", "order_date": "2026-08-03"},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   {"order_id": "KR4201", "segment": "Retail-Plus", "amount": 2395, "status": "delivered", "order_date": "2026-08-03"},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]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Thirty records in one list, and each record is a dictionary carrying the same field names. That is the entire shape of the data you have worked on all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So the loop you already wrote walks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total = 0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for r in records: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   if r["status"] == "delivered":</a:t>
            </a:r>
          </a:p>
          <a:p>
            <a:pPr algn="l"/>
            <a:r>
              <a:rPr sz="1700">
                <a:solidFill>
                  <a:srgbClr val="2B4A7D"/>
                </a:solidFill>
                <a:latin typeface="Consolas"/>
              </a:rPr>
              <a:t>        total = total + int(r["amount"])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This is the cell the day ends on, and it answers the question you were shown at the start: "Of these thirty Kalpa Retail orders, how much did we actually collect?"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The converter sits there because you now know one amount in this file is text, and the cell should not depend on which records happen to be tidy.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recipe for any of these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1. Set your accumulators to zero above the loop.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2. Walk the records one card at a time.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3. Ask one condition of each card.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4. Add to the accumulators only when the condition holds, and print at the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Your three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1. How many orders are in the Student segment, and what do they total?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2. How many orders were returned, and what do returned orders total?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3. How many delivered orders are above Rs 2,000, and what do they total?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No hints on these. Work on your own Codespace, and the solution is released at close.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These same thirty records arrive tomorrow as a file rather than as a cell you can read on screen.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 </a:t>
            </a:r>
          </a:p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A file has forgotten every type it ever knew. Every amount, every status and every date arrives as text, and the cell you just wrote has to survive that.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Crux, half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A dataset is a stack of named cards, and a loop with a condition and an accumulator turns that stack into one number you can defend.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Crux, the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100">
                <a:solidFill>
                  <a:srgbClr val="1C1C1A"/>
                </a:solidFill>
                <a:latin typeface="Calibri"/>
              </a:rPr>
              <a:t>You can take thirty records nobody explained to you and come back with a number, and you can say what would break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360"/>
                </a:solidFill>
                <a:latin typeface="Calibri"/>
              </a:rPr>
              <a:t>Week 1 Day 1, half two: the records answer 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