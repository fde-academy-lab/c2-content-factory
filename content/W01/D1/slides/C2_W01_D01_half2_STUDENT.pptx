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The records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Thirty orders, nobody explained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data team pulled thirty Kalpa Retail orders to get moving. No documentation, no data dictionary, no column notes.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is the situation you are hired into. The tree tells you what to compute; the file tells you nothing.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One order is a dictionary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91490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91490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1548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{"order_id": "KR-01001", "customer_id": "C-0101", "segment": "Retail-Core",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"channel": "app", "order_date": "2026-07-21", "amount": 2300, "status": "delivered"}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0116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Seven named boxes. You reach into it by name, never by position.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dataset is a list of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07ada511c1bb43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729" y="1517904"/>
            <a:ext cx="5586235" cy="4016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579872"/>
            <a:ext cx="10820095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One shape, thirty times. This is the shape everything in Week 1 has.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Counting is an accumulator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4218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74218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84276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count =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count = count + 1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844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Start at zero. Walk the list. Add one each time. Three lines, and every leaf on the tree is a variation of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Summing is the same shape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4218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74218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84276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total =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total = total + order["amount"]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844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only thing that changed is what gets added. Count adds one; sum adds the value.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What does this one do?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73528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573528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674112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total =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total = total + order["amount"]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print(total)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148328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4148328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239768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Thirty orders, every amount a number in the file you were handed. What appears?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it stops on order eight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030728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030728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131312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TypeError: unsupported operand type(s) for +=: 'int' and 'str'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3989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amount in this file is the text "4500" rather than the number 4500. Python will not add a word to a number, and it says so at the row it reached.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Reading the trace, top to bottom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596ea54f4beec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5744" y="1517904"/>
            <a:ext cx="3160206" cy="36708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234432"/>
            <a:ext cx="10820095" cy="818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Four facts in one line of output. A trace is a sentence, and it is read from the bottom line up.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fix for today, and its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803144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0314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903728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total = total + int(order["amount"])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12312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int() turns the text into a number. It also turns a silent problem into a silent assumption, because nobody wrote down that the file had text in it.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Wednesday is the day that assumption gets a log entry.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The leaves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Four leaves, computed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89556"/>
          <a:ext cx="10820093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06698"/>
                <a:gridCol w="4966043"/>
                <a:gridCol w="2247352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Leaf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Rows in the file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Sum of amounts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5,44,810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Distinct customer ids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divided by customers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1.30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8106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of the five branches now have numbers on them. Three do not, because the file has no items.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tree, with today's numbers on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c6c87fb35aeacd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86136"/>
            <a:ext cx="10820095" cy="14520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184487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Naming what you cannot compute is half the answer. The other half is asking for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Delivered, returned, cancelled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8310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17068"/>
                <a:gridCol w="2723738"/>
                <a:gridCol w="4379288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5,20,790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Returned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14,970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Cancelled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9,050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8752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Which of these is "sales"? Finance recognises delivered. Say which one you used, every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average that lies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average order is Rs 18,160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Thirty orders, Rs 5,44,810 collected, so the average order is Rs 18,160.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Put that in a slide for the CEO and it says Kalpa Retail sells eighteen-thousand-rupee baskets.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Does Rs 18,160 describe a typical order?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360928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60928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452368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Sort the thirty amounts and look at the one in the middle. Is the average anywhere near it?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no. The middle order is Rs 2,205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average is eight times the middle order. Half the file sits below Rs 2,205 and the average sits above almost all of it.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 average that describes nothing in the file is worse than no number, because it gets quoted.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One order carries 88 percent of the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db448f16c2eab75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27632"/>
            <a:ext cx="10820095" cy="34359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209903"/>
            <a:ext cx="10820095" cy="51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Take that one order out and the average lands at Rs 2,235, next door to the median.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Which one is honest, and when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809b96c92e1ba4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1266" y="3675887"/>
            <a:ext cx="7669161" cy="2377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sentence you would send Meera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37104"/>
            <a:ext cx="41148" cy="149555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737104"/>
            <a:ext cx="10545775" cy="149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"Across thirty orders the typical basket is about Rs 2,200, and one corporate order carries most of the revenue. Before we fund acquisition, I want to check whether the branch that moved is customers or how often they come back. I will have that by Thursday."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37896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Claim, the caveat, the next step. That shape returns every day this week.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