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records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Thirty orders, nobody explained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data team pulled thirty Kalpa Retail orders to get moving. No documentation, no data dictionary, no column notes.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situation you are hired into. The tree tells you what to compute; the file tells you nothing.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One order is a dictionary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{"order_id": "KR-01001", "customer_id": "C-0101", "segment": "Retail-Core",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"channel": "app", "order_date": "2026-07-21", "amount": 2300, "status": "delivered"}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named boxes. You reach into it by name, never by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dataset is a list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33a3c372ed01e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119" y="1517904"/>
            <a:ext cx="7101456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shape, thirty times. This is the shape everything in Week 1 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is an accumulator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 = count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Start at zero. Walk the list. Add one each time. Three lines, and every leaf on the tree is a variation of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Summing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only thing that changed is what gets added. Count adds one; sum adds the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does this one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735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5735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741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print(total)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483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1483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397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Thirty orders, every amount a number in the file you were handed. What appears?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stops on order 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0307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0307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1313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398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amount in this file is the text "4500" rather than the number 4500. Python will not add a word to a number, and it says so at the row it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Reading the trace, top to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892862363289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744" y="1517904"/>
            <a:ext cx="3160206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Four facts in one line of output. A trace is a sentence, and it is read from the bottom line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fix for today, and its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0314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314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0372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total + int(order["amount"])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int() turns the text into a number. It also turns a silent problem into a silent assumption, because nobody wrote down that the file had text in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Wednesday is the day that assumption gets a log entry.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leaves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Four leaves, 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3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6698"/>
                <a:gridCol w="4966043"/>
                <a:gridCol w="224735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in the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Sum of amounts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 ids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divided by customers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five branches now have numbers on them. Three do not, because the file has no items.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tree, with today's numbers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9f4e44c8bf45b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19211"/>
            <a:ext cx="10820095" cy="158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514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Naming what you cannot compute is half the answer. The other half is asking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Delivered, returned, cancelled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17068"/>
                <a:gridCol w="2723738"/>
                <a:gridCol w="43792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14,970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9,050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Which of these is "sales"? Finance recognises delivered. Say which one you used, every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average that 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average order is Rs 18,160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orders, Rs 5,44,810 collected, so the average order is Rs 18,160.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Put that in a slide for the CEO and it says Kalpa Retail sells eighteen-thousand-rupee baskets.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Does Rs 18,160 describe a typical order?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Sort the thirty amounts and look at the one in the middle. Is the average anywhere near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no. The middle order is Rs 2,205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average is eight times the middle order. Half the file sits below Rs 2,205 and the average sits above almost all of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average that describes nothing in the file is worse than no number, because it gets quoted.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One order carries 88 percent of the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12edc475e6cb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320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785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Take that one order out and the average lands at Rs 2,235, next door to the median.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Which one is honest,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0074e4718beb3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402" y="3675887"/>
            <a:ext cx="7860890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Meera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7104"/>
            <a:ext cx="41148" cy="149555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7104"/>
            <a:ext cx="10545775" cy="149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"Across thirty orders the typical basket is about Rs 2,200, and one corporate order carries most of the revenue. Before we fund acquisition, I want to check whether the branch that moved is customers or how often they come back. I will have that by Thursday."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789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Claim, the caveat, the next step. That shape returns every day this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