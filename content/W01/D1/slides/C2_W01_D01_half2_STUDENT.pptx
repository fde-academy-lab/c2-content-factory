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records answer 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30448"/>
            <a:ext cx="10820095" cy="1020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Half one gave you a loop, a condition and an accumulator.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This half points all three at a question somebody actually asked.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 / 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Where we 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a192b0f3dd70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2929520"/>
            <a:ext cx="10820095" cy="5112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52416"/>
            <a:ext cx="10820095" cy="1200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[open the workbench] &gt; [the kernel remembers] &gt; [type decides] &gt; </a:t>
            </a:r>
            <a:r>
              <a:rPr sz="2000" b="1">
                <a:solidFill>
                  <a:srgbClr val="1C1C1A"/>
                </a:solidFill>
                <a:latin typeface="Calibri"/>
              </a:rPr>
              <a:t>[walk the records]</a:t>
            </a:r>
            <a:r>
              <a:rPr sz="2000" b="0">
                <a:solidFill>
                  <a:srgbClr val="1C1C1A"/>
                </a:solidFill>
                <a:latin typeface="Calibri"/>
              </a:rPr>
              <a:t> &gt; [the business answer] The kernel holds your records and you can name a value's type. Now the records have to produce a number.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question on the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Someone on the Kalpa Retail side asks how many of these orders are above Rs 2,000 and what those orders add up to.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Nobody has told you whether the file will cooperate with that question.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1: THE GUIDED BUILD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open the workbench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71764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kernel remembers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7729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type decides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43693" y="4754880"/>
            <a:ext cx="2076236" cy="475488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walk the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29658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business answer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4 / 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Build it with 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trainer builds this on screen one line at a time, and you build the same lines on your own Codespace at the same pace.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pieces, and you already have all three: a loop that walks the records, a condition that asks one question of each record, and two accumulators that remember the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condition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1883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1883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28216"/>
            <a:ext cx="10417759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count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r in records: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if r["amount"] &gt; 2000: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count = count + 1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total = total + r["amount"]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75887"/>
            <a:ext cx="10820095" cy="564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Run it.</a:t>
            </a:r>
          </a:p>
        </p:txBody>
      </p:sp>
      <p:pic>
        <p:nvPicPr>
          <p:cNvPr id="10" name="Picture 9" descr="d3dfd1a3313aad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263" y="4368799"/>
            <a:ext cx="9147168" cy="168452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break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19648cbc1ce01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615" y="1627632"/>
            <a:ext cx="3969010" cy="442569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71244" y="2324608"/>
            <a:ext cx="5734650" cy="81076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71244" y="2324608"/>
            <a:ext cx="50292" cy="81076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8988" y="2425192"/>
            <a:ext cx="5332314" cy="627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TypeError: '&gt;' not supported between instances of 'str' and 'int'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244" y="3299968"/>
            <a:ext cx="5734650" cy="205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stops on the very first record in the file, which is KR4200 storing its amount as the text "4500".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met this error in half one, and here it is inside the cell you are typing yourself.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fix, at the point of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497328"/>
            <a:ext cx="10820095" cy="81076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97328"/>
            <a:ext cx="50292" cy="81076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97912"/>
            <a:ext cx="10417759" cy="627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r in records: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if int(r["amount"]) &gt; 2000: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2688"/>
            <a:ext cx="10820095" cy="1710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int() takes a value and hands back the whole number it stands for. That is all it is today, a converter you call at the moment you need a number.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put it where the comparison happens, so the record arrives as text and the comparison still gets a number.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242011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242011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28216"/>
            <a:ext cx="10417759" cy="2237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count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r in records: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if int(r["amount"]) &gt; 2000: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count = count + 1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total = total + int(r["amount"])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print(count, total)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2336"/>
            <a:ext cx="10820095" cy="542543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212336"/>
            <a:ext cx="50292" cy="542543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312920"/>
            <a:ext cx="10417759" cy="359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13 35020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919471"/>
            <a:ext cx="10820095" cy="910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13 orders are above Rs 2,000 and they total Rs 35,020, and that is a sentence you can say out loud to the person who asked.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Two thirteens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30144"/>
            <a:ext cx="10820095" cy="1820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delivered orders came to 13 orders, totalling Rs 25,720.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orders above Rs 2,000 came to 13 orders, totalling Rs 35,020.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Those are two different groups of orders that happen to hold the same count. Whenever you report either number, name the group it came from.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Step card, section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82392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2392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Set both accumulators to zero above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75152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375152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Ask one condition of each record.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67912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67912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Convert at the point where you need the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60672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360672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Report the answer as a sentence with its group named.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2: LISTS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open the workbench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71764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kernel remembers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7729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type decides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43693" y="4754880"/>
            <a:ext cx="2076236" cy="475488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walk the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29658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business answer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12 / 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 list keeps its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02128"/>
            <a:ext cx="10820095" cy="134721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2128"/>
            <a:ext cx="50292" cy="134721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02712"/>
            <a:ext cx="10417759" cy="1164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ids = ["KR4200", "KR4201", "KR4202", "KR4203", "KR4204"]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ids[0]      "KR4200"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ids[2]      "KR4202"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13936"/>
            <a:ext cx="10820095" cy="564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Counting starts at zero, so the first item is item zero and the third item is item two.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 slice and an append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35936"/>
            <a:ext cx="10820095" cy="107899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35936"/>
            <a:ext cx="50292" cy="107899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36520"/>
            <a:ext cx="10417759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ids[1:3]                ["KR4201", "KR4202"]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ids.append("KR4205")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len(ids)      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79520"/>
            <a:ext cx="10820095" cy="1365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slice takes a run of items, starting at the first number and stopping before the second one.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append puts one more item on the end of the list you already have.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b =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161544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161544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28216"/>
            <a:ext cx="10417759" cy="1432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a = ["KR4200", "KR4201"]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b = a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b.append("KR4202")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len(a)     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07664"/>
            <a:ext cx="10820095" cy="1365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b = a gives the same list a second name. There is one list here and two ways to reach it, so appending through either name changes what both names show.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When you want a second list, say so on purpose: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901184"/>
            <a:ext cx="10820095" cy="542543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4901184"/>
            <a:ext cx="50292" cy="542543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5001768"/>
            <a:ext cx="10417759" cy="359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b = list(a)</a:t>
            </a:r>
          </a:p>
        </p:txBody>
      </p:sp>
      <p:pic>
        <p:nvPicPr>
          <p:cNvPr id="13" name="Picture 12" descr="166820e3bdddd5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028" y="5608320"/>
            <a:ext cx="2671638" cy="109728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Question: after b = a and b.append(9), what is len(a)?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47696"/>
            <a:ext cx="10820095" cy="238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Commit to one before the next slide.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a) 3, since a was never mentioned again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b) 4, since both names point at one list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c) A TypeError, since a list cannot be extended after assignment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d) 1, since a now holds only the appended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4, since one list has two names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96520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9652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719072"/>
            <a:ext cx="10362895" cy="818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The claim. </a:t>
            </a:r>
            <a:r>
              <a:rPr sz="2000" b="0">
                <a:solidFill>
                  <a:srgbClr val="1C1C1A"/>
                </a:solidFill>
                <a:latin typeface="Calibri"/>
              </a:rPr>
              <a:t>len(a) is 4. b = a copied the name and not the list, so appending through either name changes the one list both names point at.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2757424"/>
          <a:ext cx="10820095" cy="23256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10047"/>
                <a:gridCol w="541004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Why it does not hold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a) 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Reads the code as if b = a had made a copy. Assignment never copies a list.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c) TypeError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Appending to a list is always allowed, whatever names point at it.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d) 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Confuses appending with replacing. Nothing here replaced anything.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" y="5339080"/>
            <a:ext cx="10820095" cy="96520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5339080"/>
            <a:ext cx="50292" cy="9652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5430520"/>
            <a:ext cx="10362895" cy="818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The mental model. </a:t>
            </a:r>
            <a:r>
              <a:rPr sz="2000" b="0">
                <a:solidFill>
                  <a:srgbClr val="1C1C1A"/>
                </a:solidFill>
                <a:latin typeface="Calibri"/>
              </a:rPr>
              <a:t>A name is a label you stick on a thing. Two labels on one box means opening either one shows you the same contents. Copy on purpose with list(a) or a[:].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Step card, section 2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82392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2392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Index from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75152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375152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A slice stops before its second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67912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67912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append changes the list in place.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60672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360672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Copy with list(a) when you want two lists instead of two names.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3: A RECORD HAS NAMES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open the workbench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71764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kernel remembers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7729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type decides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43693" y="4754880"/>
            <a:ext cx="2076236" cy="475488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walk the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29658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business answer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 record is a dictionary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c186e6e332388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29965"/>
            <a:ext cx="4652640" cy="262102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71244" y="2188464"/>
            <a:ext cx="5734650" cy="1883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71244" y="2188464"/>
            <a:ext cx="50292" cy="1883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8988" y="2289048"/>
            <a:ext cx="5332314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 = {"order_id": "KR4224", "segment": "Retail-Core", "amount": 1460,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"status": "delivered", "order_date": "2026-08-17"}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r["status"]     "delivered"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244" y="4236719"/>
            <a:ext cx="5734650" cy="1255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dictionary stores values under names, and you fetch a field by asking for its name. Your loop has been doing this since half 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Never by 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e5d7f145a43df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700" y="1627632"/>
            <a:ext cx="6082293" cy="27696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506976"/>
            <a:ext cx="10820095" cy="1546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Position is a promise the file never made to you. The day someone adds a column in front of the status field, every position you wrote points one field to the left, and your code keeps running and answers a different question. A name survives that reordering, and that is the whole argument.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break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6bf5ceb1f1d6b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53078"/>
            <a:ext cx="4652640" cy="417480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71244" y="2332736"/>
            <a:ext cx="5734650" cy="542543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71244" y="2332736"/>
            <a:ext cx="50292" cy="542543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8988" y="2433320"/>
            <a:ext cx="5332314" cy="359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records[0]["discount"]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71244" y="3039872"/>
            <a:ext cx="5734650" cy="542543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71244" y="3039872"/>
            <a:ext cx="50292" cy="542543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08988" y="3140456"/>
            <a:ext cx="5332314" cy="359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KeyError: 'discount'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1244" y="3747008"/>
            <a:ext cx="5734650" cy="1601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of the thirty orders carry a discount field. Asking a dictionary for a name it does not have stops the program, and the error names the field it went looking for.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Absent is different from empty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Nobody wrote a discount of nothing on the other twenty-eight orders. Those records have no discount field on them at all.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 your code has to say what happens when the name is missing, and that instruction is yours to write.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23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.get() with a default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976880"/>
            <a:ext cx="10820095" cy="542543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976880"/>
            <a:ext cx="50292" cy="542543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77464"/>
            <a:ext cx="10417759" cy="359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r.get("discount", 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84016"/>
            <a:ext cx="10820095" cy="1020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.get() asks for a name and takes a second value to hand back when that name is absent.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program keeps running, and the number that arrives is the number you chose.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24 / 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default is a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135632"/>
            <a:ext cx="10820095" cy="107899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35632"/>
            <a:ext cx="50292" cy="107899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236216"/>
            <a:ext cx="10417759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r in records: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total = total + r.get("discount", 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79216"/>
            <a:ext cx="10820095" cy="216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 a default of 0, the thirty records total Rs 250 in discounts, which is the sum of the two discounts the file actually records.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 a default of 100, the same thirty records total Rs 3,050, and Rs 2,800 of that is a number you invented twenty-eight times.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Both cells run to the end. Only one of the two totals is a fact.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25 / 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S20a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Applied to Kalpa: the two defaults, priced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57424"/>
            <a:ext cx="10820095" cy="216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of the thirty Kalpa Retail orders carry a discount, KR4215 at Rs 75 and KR4223 at Rs 175.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default of zero reports Rs 250, which is exactly what the file holds.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default of a hundred reports Rs 3,050, of which Rs 2,800 was supplied by you rather than by Kalpa. Nothing on the page says which part came from where.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26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Step card, section 3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82392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2392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Fetch a field by its name.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75152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375152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Never fetch a field by its position.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67912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67912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A KeyError means that name is absent from that record.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60672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360672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State your default out loud, because it becomes part of your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27 / 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4: THE BUSINESS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open the workbench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71764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kernel remembers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7729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type decides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43693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walk the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29658" y="4754880"/>
            <a:ext cx="2076236" cy="475488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the business answer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28 / 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dataset is a list of dictionaries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c186e6e332388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29965"/>
            <a:ext cx="4652640" cy="262102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71244" y="1627632"/>
            <a:ext cx="5734650" cy="242011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71244" y="1627632"/>
            <a:ext cx="50292" cy="242011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8988" y="1728216"/>
            <a:ext cx="5332314" cy="2237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records =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{"order_id": "KR4200", "segment": "Retail-Core", "amount": "4500", "status": "returned", "order_date": "2026-08-03"},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{"order_id": "KR4201", "segment": "Retail-Plus", "amount": 2395, "status": "delivered", "order_date": "2026-08-03"},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244" y="4212336"/>
            <a:ext cx="5734650" cy="1601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Thirty records in one list, and each record is a dictionary carrying the same field names. That is the entire shape of the data you have worked on all day.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29 / 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So the loop you already wrote walks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31fcd36e73b95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224" y="1627632"/>
            <a:ext cx="3669792" cy="442569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71244" y="1627632"/>
            <a:ext cx="5734650" cy="134721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71244" y="1627632"/>
            <a:ext cx="50292" cy="134721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8988" y="1728216"/>
            <a:ext cx="5332314" cy="1164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r in records: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if r["status"] == "delivered":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total = total + int(r["amount"])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244" y="3139440"/>
            <a:ext cx="5734650" cy="3092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This is the cell the day ends on, and it answers the question you were shown at the start: "Of these thirty Kalpa Retail orders, how much did we actually collect?"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converter sits there because you now know one amount in this file is text, and the cell should not depend on which records happen to be tidy.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recipe for any of these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65397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465397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Set your accumulators to zero above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58157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958157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Walk the records one card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50917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50917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Ask one condition of each card.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43677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43677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Add to the accumulators only when the condition holds, and print at the end.</a:t>
            </a:r>
          </a:p>
        </p:txBody>
      </p:sp>
      <p:pic>
        <p:nvPicPr>
          <p:cNvPr id="14" name="Picture 13" descr="89b2674ecb7d9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4546165"/>
            <a:ext cx="10820095" cy="669397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Your three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64028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64028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How many orders are in the Student segment, and what do they total?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56788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56788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How many orders were returned, and what do returned orders total?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49548"/>
            <a:ext cx="457200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49548"/>
            <a:ext cx="10362895" cy="437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How many delivered orders are above Rs 2,000, and what do they total?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52036"/>
            <a:ext cx="10820095" cy="564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 hints on these. Work on your own Codespace, and the solution is released at close.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These same thirty records arrive tomorrow as a file rather than as a cell you can read on screen.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file has forgotten every type it ever knew. Every amount, every status and every date arrives as text, and the cell you just wrote has to survive that.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33 / 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Crux, half two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85312"/>
            <a:ext cx="10820095" cy="910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dataset is a stack of named cards, and a loop with a condition and an accumulator turns that stack into one number you can defend.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34 / 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Crux, the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85312"/>
            <a:ext cx="10820095" cy="910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can take thirty records nobody explained to you and come back with a number, and you can say what would break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35 / 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