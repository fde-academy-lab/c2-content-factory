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Meera's words on screen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The domain card goes out at the close of the afternoon, after the room has met the traps.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Kalpa is fictional; these are real companies that look</a:t>
            </a:r>
          </a:p>
          <a:p>
            <a:r>
              <a:t>like parts of it, and every fact about them is in the talk track's facts table with its source.</a:t>
            </a:r>
          </a:p>
          <a:p>
            <a:r>
              <a:t>The GCC you have joined works like the Indian centres of Walmart, Target, Tesco and Lowe's.</a:t>
            </a:r>
          </a:p>
          <a:p>
            <a:r>
              <a:t>Ask: name one Indian group that sells you something, lends you money and connects your phone.</a:t>
            </a:r>
          </a:p>
          <a:p>
            <a:r>
              <a:t>Land it: a group's units share a customer and a brand, and each keeps its own books.</a:t>
            </a:r>
          </a:p>
          <a:p>
            <a:r>
              <a:t>Draw the group on the board.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</a:t>
            </a:r>
          </a:p>
          <a:p>
            <a:r>
              <a:t>Ask first: of the member's Rs 1,800, how much does Kalpa keep as operating profit? Four ranges,</a:t>
            </a:r>
          </a:p>
          <a:p>
            <a:r>
              <a:t>hands up for each; then reveal about Rs 45.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e-commerce selling to Indian consumers runs that way under Press Note 2 of 2018.</a:t>
            </a:r>
          </a:p>
          <a:p>
            <a:r>
              <a:t>Draw Rs 100's journey top to bottom.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six: Meera, Anand, the marketing lead, the head</a:t>
            </a:r>
          </a:p>
          <a:p>
            <a:r>
              <a:t>of Retail-Plus, the data platform lead, and Kavya Nair, who reviews everything before it leaves.</a:t>
            </a:r>
          </a:p>
          <a:p>
            <a:r>
              <a:t>Farhan Sheikh arrives in Week 8.</a:t>
            </a:r>
          </a:p>
          <a:p>
            <a:r>
              <a:t>Ask: which of them loses the most if our number is wrong? Every answer is defensible; the point</a:t>
            </a:r>
          </a:p>
          <a:p>
            <a:r>
              <a:t>is that each loses something different.</a:t>
            </a:r>
          </a:p>
          <a:p>
            <a:r>
              <a:t>Draw who asks on the board.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 the</a:t>
            </a:r>
          </a:p>
          <a:p>
            <a:r>
              <a:t>pressure cookers ran out on Saturday, so Sunday's file shows no sales and no row says anyone asked;</a:t>
            </a:r>
          </a:p>
          <a:p>
            <a:r>
              <a:t>total growth of 15 percent is 2 percent like for like.</a:t>
            </a:r>
          </a:p>
          <a:p>
            <a:r>
              <a:t>Ask: the festive lights have sold 62 percent in four weeks with Diwali ahead; good news or bad?</a:t>
            </a:r>
          </a:p>
          <a:p>
            <a:r>
              <a:t>Collect three things to check first. Land it: a rate means nothing until you say what it is</a:t>
            </a:r>
          </a:p>
          <a:p>
            <a:r>
              <a:t>compared with, and over which window.</a:t>
            </a:r>
          </a:p>
          <a:p>
            <a:r>
              <a:t>Draw the metric tree and leave it on the board all day; the case writes its numbers 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Keep the domain card back until the close.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analyst's job is to catch those before a CEO acts on one.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(8, with 2 for the TypeError if it</a:t>
            </a:r>
          </a:p>
          <a:p>
            <a:r>
              <a:t>happens), the trap (7), 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to make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saves the CEO from a guess.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 When the room runs the</a:t>
            </a:r>
          </a:p>
          <a:p>
            <a:r>
              <a:t>notebook's first loop it stops on a TypeError, because one amount is stored as text. Give it two</a:t>
            </a:r>
          </a:p>
          <a:p>
            <a:r>
              <a:t>minutes, no more: read the last line bottom up (the kind of error, the operation, the two types),</a:t>
            </a:r>
          </a:p>
          <a:p>
            <a:r>
              <a:t>have each learner print the loop variable on their own screen without reading the record out,</a:t>
            </a:r>
          </a:p>
          <a:p>
            <a:r>
              <a:t>apply int() as the loop above does, and move on. Wednesday asks why.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counts orders before anything is summed.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(6), the build (4), the trap (9), the second route</a:t>
            </a:r>
          </a:p>
          <a:p>
            <a:r>
              <a:t>(5),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(8), the trap (9), the second route</a:t>
            </a:r>
          </a:p>
          <a:p>
            <a:r>
              <a:t>(3), Kavya's review (2); the delivered leaves (D35) are self-study.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is right when only the count is needed. The switch to SQL is Week 2's.</a:t>
            </a:r>
          </a:p>
          <a:p>
            <a:r>
              <a:t>Transition: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count a colleague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the figure a colleague's first draft sent Meera before the room built</a:t>
            </a:r>
          </a:p>
          <a:p>
            <a:r>
              <a:t>the count: the case for the budget, made by a counting slip. Ask what would check it before the</a:t>
            </a:r>
          </a:p>
          <a:p>
            <a:r>
              <a:t>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set keeps each value once however often it is added. The fix: 30 / 23 = 1.30</a:t>
            </a:r>
          </a:p>
          <a:p>
            <a:r>
              <a:t>orders per customer, and frequency is a live branch. On delivered orders the same count gives 19</a:t>
            </a:r>
          </a:p>
          <a:p>
            <a:r>
              <a:t>customers, 1.11 each, and 2 who kept two; the escalated case this afternoon rebuilds on that.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build (5), the trap with the</a:t>
            </a:r>
          </a:p>
          <a:p>
            <a:r>
              <a:t>sort and the fix (10),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build the median.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number marketing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marketing's slide, which reached Meera before the room built the median; the</a:t>
            </a:r>
          </a:p>
          <a:p>
            <a:r>
              <a:t>room's job is to name the check.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typical order is Rs 2,205, and the slide's Rs 18,160 overstates it</a:t>
            </a:r>
          </a:p>
          <a:p>
            <a:r>
              <a:t>eightfold. The payback itself is rebuilt on the consumer segment's mean, which chapter 5 uses.</a:t>
            </a:r>
          </a:p>
          <a:p>
            <a:r>
              <a:t>Rub out the pencilled Rs 18,160 on the board tree and leave Rs 2,205.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Relationship Id="rId5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4f3d50a320b6da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090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all five.</a:t>
            </a:r>
          </a:p>
        </p:txBody>
      </p:sp>
      <p:pic>
        <p:nvPicPr>
          <p:cNvPr id="9" name="mermaid diagram" descr="5aa8295a1d8170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047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0786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Retail sits between store chains such as DMart, marketplaces such as Flipkart and Amazon India, and quick commerce such as Blinkit.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GMV walks down to net revenue, gross margin, contribution and operating profit.</a:t>
            </a:r>
          </a:p>
        </p:txBody>
      </p:sp>
      <p:pic>
        <p:nvPicPr>
          <p:cNvPr id="9" name="mermaid diagram" descr="c167423c82f9f5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40570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02865"/>
                <a:gridCol w="914400"/>
                <a:gridCol w="65137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is paid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Delivery, returns, payment fees and marketing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operating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Warehouses, technology and head office are fixed.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99238c27f1d2b5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075" y="1682496"/>
            <a:ext cx="793354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ced87dd3731c12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1994" y="1664208"/>
            <a:ext cx="6547706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a rate means nothing until you say what it is compared with.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525d467a66a568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460432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dashed box is an answer too: the file cannot say what sales were after discounts.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first draft to Meera: 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 and shows only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note to marketing: 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Check: AOV x the orders summed gives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76880"/>
                <a:gridCol w="1276662"/>
                <a:gridCol w="4063461"/>
                <a:gridCol w="321398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x the orders the revenue covers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Gives that revenue back?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bf29fd3e72f3b9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0150" y="1664208"/>
            <a:ext cx="6811395" cy="22951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005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37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703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51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70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gave me each branch as a numerator over a denominator and told me which three this file cannot fill, so I know which ones I can plan on."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9132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940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037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376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5708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"Your first 30 was a count of rows, divided as if it were people.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marketing's payback credits to every new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middles this far apart are a finding in themselves.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04 draws every amount as a dot; here, where they sit against the mean.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OVERSTATED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typical order, credited at the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needs a mean, from the segment the spend targets, with the one-off large order set aside.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