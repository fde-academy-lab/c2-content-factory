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Rs 12 crore, and one question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Kalpa Retail sells consumer goods through its app, website and stores across India and South-East Asia. Revenue grew 4 percent last year against a plan of 15.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board wants a growth plan within a month. Marketing has asked for Rs 12 crore to acquire new customers.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 Raghavan, the CEO, has not signed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she said, in her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28468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28468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421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questions. The third one is the one that decides whether the Rs 12 crore moves.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what the finance controller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90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Iyer, who owns the books: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57581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57581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"No averages. One business customer can move an average."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3316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that down. It comes back before the day ends, with a number attached.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Sales is not one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16635"/>
                <a:gridCol w="690345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If "sales" means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Then the number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Gross bookings, including what was 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delivered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 revenue, which Finance recognises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collected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Cash in, which lags delivery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after returns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Net revenue, which is lower again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Four honest answers to one word. Pick one and say which, or the rest of the day argues about the wrong 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tree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Break it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842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is what customers pay. So the first split is how many of them, and how much 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722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722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823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REVENUE = CUSTOMERS × REVENUE PER 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31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Keep breaking the right-hand side until every piece is something a team owns.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Revenue, all the way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818d35797d820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91931"/>
            <a:ext cx="10820095" cy="15858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241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branches. Growth comes from one of them at a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Five branches, five different bills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9192"/>
          <a:ext cx="10820093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5593"/>
                <a:gridCol w="3606698"/>
                <a:gridCol w="483780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Moves 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More people buy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Marketing spend, and it is the slowest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people come back more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Retention work, a reorder feature, a tier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Baskets get fuller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Merchandising, bundles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Realised price rises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Pricing, and it risks volume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Less is given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Margin, directly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branch is a metric with a denominator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68728"/>
          <a:ext cx="10820094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2246"/>
                <a:gridCol w="2201130"/>
                <a:gridCol w="590671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Numerator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Denominator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buyers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window, which has to match on both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customers, same window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Items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Discount given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Gross revenue before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84733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rate with no denominator is a rumour.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branches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Where the Rs 12 crore lands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d2d5677e85fc9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45268"/>
            <a:ext cx="10820095" cy="12792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27079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has picked a branch. Nothing here says it is the wrong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branch would you open first?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1447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branches, one week, and a CEO who wants a recommendation by Thursday.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07384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07384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798824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Which one do you check before the rest, and what makes it first rather than second?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one the data can settle fastest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364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tests, in this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29356"/>
            <a:ext cx="457200" cy="7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29356"/>
            <a:ext cx="10362895" cy="7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C1C1A"/>
                </a:solidFill>
                <a:latin typeface="Calibri"/>
              </a:rPr>
              <a:t>Can this week's data answer it at all?</a:t>
            </a:r>
            <a:r>
              <a:rPr sz="1900" b="0">
                <a:solidFill>
                  <a:srgbClr val="1C1C1A"/>
                </a:solidFill>
                <a:latin typeface="Calibri"/>
              </a:rPr>
              <a:t> Customers and orders per customer need only orders and customer ids. Items per order needs a table nobody has given you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50284"/>
            <a:ext cx="457200" cy="1094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0284"/>
            <a:ext cx="10362895" cy="1094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1C1C1A"/>
                </a:solidFill>
                <a:latin typeface="Calibri"/>
              </a:rPr>
              <a:t>Would the answer change the decision?</a:t>
            </a:r>
            <a:r>
              <a:rPr sz="1900" b="0">
                <a:solidFill>
                  <a:srgbClr val="1C1C1A"/>
                </a:solidFill>
                <a:latin typeface="Calibri"/>
              </a:rPr>
              <a:t> If frequency moved and acquisition did not, Rs 12 crore is aimed at the wrong branch, and that is worth knowing before Thursday.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a business ask becomes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8f9e73239dfaa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69093"/>
            <a:ext cx="10820095" cy="10861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00153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the move interviews test. The tree is the answer to "how would you approach this".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workbench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Where the work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ef034f05d274f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70376"/>
            <a:ext cx="10820095" cy="883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0024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Nothing is installed on your machine. The environment is the same one for every learner for twenty weeks.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kernel remembers, and that is the trap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cell you ran ten minutes ago is still holding its result. A cell you edited but did not re-run is not.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 the notebook on your screen and the state in the kernel can disagree, and the screen is the one that lies.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Restart and run 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8427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recovery move, and the only one you need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7718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7718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47776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Kernel &gt; Restart Kernel and Run All Cells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8635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If the notebook fails after that, the notebook is wrong. If it passes, the notebook is right and your screen was stale.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you leave with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72740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73232"/>
                <a:gridCol w="614686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You will be able to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And say why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Draw the revenue tree for any retailer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branch is a metric with a denominator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Compute four of its leaves in Python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Records are dictionaries, datasets are lists of them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Choose median over mean on purpose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Because one order can carry most of the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Name the branch Kalpa should open first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And say what it would cost to move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one: 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