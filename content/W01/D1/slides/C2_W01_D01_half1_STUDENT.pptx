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Meera's words on screen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Hand out the domain card at the close of part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a Rs 200 member discount,</a:t>
            </a:r>
          </a:p>
          <a:p>
            <a:r>
              <a:t>Rs 1,800 paid with a card held as a token; the bedsheet comes back next week.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Kalpa is fictional; these are real companies that look</a:t>
            </a:r>
          </a:p>
          <a:p>
            <a:r>
              <a:t>like parts of it, and every fact about them is in the talk track's facts table with its source.</a:t>
            </a:r>
          </a:p>
          <a:p>
            <a:r>
              <a:t>The GCC you have joined works like the Indian centres of Walmart, Target, Tesco and Lowe's.</a:t>
            </a:r>
          </a:p>
          <a:p>
            <a:r>
              <a:t>Ask: name one Indian group that sells you something, lends you money and connects your phone.</a:t>
            </a:r>
          </a:p>
          <a:p>
            <a:r>
              <a:t>Land it: a group's units share a customer and a brand, and each keeps its own books.</a:t>
            </a:r>
          </a:p>
          <a:p>
            <a:r>
              <a:t>Draw the group on the board.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</a:t>
            </a:r>
          </a:p>
          <a:p>
            <a:r>
              <a:t>Ask first: of the member's Rs 1,800, how much does Kalpa keep as operating profit? Four ranges,</a:t>
            </a:r>
          </a:p>
          <a:p>
            <a:r>
              <a:t>hands up for each; then reveal about Rs 45.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e-commerce selling to Indian consumers runs that way under Press Note 2 of 2018.</a:t>
            </a:r>
          </a:p>
          <a:p>
            <a:r>
              <a:t>Draw Rs 100's journey top to bottom.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six: Meera, Anand, the marketing lead, the head</a:t>
            </a:r>
          </a:p>
          <a:p>
            <a:r>
              <a:t>of Retail-Plus, the data platform lead, and Kavya Nair, who reviews everything before it leaves.</a:t>
            </a:r>
          </a:p>
          <a:p>
            <a:r>
              <a:t>Farhan Sheikh arrives in Week 8.</a:t>
            </a:r>
          </a:p>
          <a:p>
            <a:r>
              <a:t>Ask: which of them loses the most if our number is wrong? Every answer is defensible; the point</a:t>
            </a:r>
          </a:p>
          <a:p>
            <a:r>
              <a:t>is that each loses something different.</a:t>
            </a:r>
          </a:p>
          <a:p>
            <a:r>
              <a:t>Draw who asks on the board.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</a:t>
            </a:r>
          </a:p>
          <a:p>
            <a:r>
              <a:t>ten Rs 1,600 orders and one Rs 40,000 order have a mean of about Rs 5,091 and a median of</a:t>
            </a:r>
          </a:p>
          <a:p>
            <a:r>
              <a:t>Rs 1,600; total growth of 15 percent is 2 percent like for like.</a:t>
            </a:r>
          </a:p>
          <a:p>
            <a:r>
              <a:t>Ask: the app's AOV rose 10 percent this month; good news? Collect three reasons it might not be.</a:t>
            </a:r>
          </a:p>
          <a:p>
            <a:r>
              <a:t>Land it: say the denominator and the window before the number.</a:t>
            </a:r>
          </a:p>
          <a:p>
            <a:r>
              <a:t>Draw the metric tree and leave it on the board all day; the case writes its numbers 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Hand out the domain card now.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 is paid to catch those before a CEO acts.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with the TypeError (8), the trap (7),</a:t>
            </a:r>
          </a:p>
          <a:p>
            <a:r>
              <a:t>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is not Reliance; it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is worth more than one who guesses.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 more. Every learner runs the first loop in notebook 01 and it stops. Read the</a:t>
            </a:r>
          </a:p>
          <a:p>
            <a:r>
              <a:t>last line bottom up: the kind of error, the operation, the two types. Each learner prints the</a:t>
            </a:r>
          </a:p>
          <a:p>
            <a:r>
              <a:t>record on their own screen; do not read it out. Apply int() and move on. Wednesday asks why.</a:t>
            </a:r>
          </a:p>
          <a:p>
            <a:r>
              <a:t>Transition: the build proper.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is a count, not a sum.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(7), the trap (8), the second route</a:t>
            </a:r>
          </a:p>
          <a:p>
            <a:r>
              <a:t>(4),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sizing here is in fields, not seconds: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(4), the trap (7), the build (8), the delivered</a:t>
            </a:r>
          </a:p>
          <a:p>
            <a:r>
              <a:t>leaves (3), the second route (3), Kavya's review (2).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 is right when only the count is needed. The switch to SQL is Week 2's.</a:t>
            </a:r>
          </a:p>
          <a:p>
            <a:r>
              <a:t>Transition: the hurried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as the case for the budget, made by a counting slip. Ask what would</a:t>
            </a:r>
          </a:p>
          <a:p>
            <a:r>
              <a:t>check it before the 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set keeps each value once however often it is added. The fix: 30 / 23 = 1.30</a:t>
            </a:r>
          </a:p>
          <a:p>
            <a:r>
              <a:t>orders per customer, and frequency is a live branch.</a:t>
            </a:r>
          </a:p>
          <a:p>
            <a:r>
              <a:t>Transition: who came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leaves on delivered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3 minutes live if time allows. Notebook 03 section 3 has the loop; the escalated case</a:t>
            </a:r>
          </a:p>
          <a:p>
            <a:r>
              <a:t>this afternoon rebuilds the whole answer on delivered orders.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trap (7), the build and the</a:t>
            </a:r>
          </a:p>
          <a:p>
            <a:r>
              <a:t>sort (8),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marketing's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Relationship Id="rId5" Type="http://schemas.openxmlformats.org/officeDocument/2006/relationships/image" Target="../media/image2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4f3d50a320b6da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09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122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store sees 1,200 people and 480 bills of Rs 1,250; the app sees 50,000 people, 8,000 carts and 2,000 orders of Rs 1,600. Every number here is illustrative.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all five.</a:t>
            </a:r>
          </a:p>
        </p:txBody>
      </p:sp>
      <p:pic>
        <p:nvPicPr>
          <p:cNvPr id="9" name="mermaid diagram" descr="5aa8295a1d8170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047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00786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Retail sits between store chains such as DMart, marketplaces such as Flipkart and Amazon India, and quick commerce such as Blinkit.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profit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GMV walks down to net revenue, gross margin, contribution and operating profit.</a:t>
            </a:r>
          </a:p>
        </p:txBody>
      </p:sp>
      <p:pic>
        <p:nvPicPr>
          <p:cNvPr id="9" name="mermaid diagram" descr="c167423c82f9f5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40570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02865"/>
                <a:gridCol w="914400"/>
                <a:gridCol w="65137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is paid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Delivery, returns, payment fees and marketing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operating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Warehouses, technology and head office are fixed.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a003051779a465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035" y="1664208"/>
            <a:ext cx="6191625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Each asks for a different number, and each loses something different when it is wrong: Anand a restated figure, marketing a wasted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33499a9c0e62bdb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9174" y="1664208"/>
            <a:ext cx="5973346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the three traps that fool most analysts are all about the bottom half of that fraction.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525d467a66a568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460432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86d98c2fe6e9f2b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070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10209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dashed box is an answer too: the file cannot say what sales were after discounts.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TypeError stops the first sum: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amount is stored as text, and int() is today's fix.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95910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95910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" y="295910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3160268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booked += int(order["amount"])     # today's fix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print(order)                       # the record the loop stopped 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957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2" y="4290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978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99031" y="4104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323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running total is a number and one amount arrived as text; print the loop variable to find which record.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6" name="Oval 25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8" name="Oval 2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0" name="Oval 29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2" name="Oval 31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498f781ce685a0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total; it only shows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orders x AOV must land on its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2034"/>
                <a:gridCol w="1655742"/>
                <a:gridCol w="2279670"/>
                <a:gridCol w="385354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x 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Lands on a real total?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f221faf6addfde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2618754"/>
            <a:ext cx="4786326" cy="26446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 branch you cannot divide is a label. You gave me each branch as a fraction and told me which three this file cannot fill."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8343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9441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divided by the number of rows reads 1.00 orders per customer.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 delivered orders only 2 kept two 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leaf moves with the definition, and repeat buyers move most.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3058"/>
                <a:gridCol w="914400"/>
                <a:gridCol w="2276303"/>
                <a:gridCol w="2870925"/>
                <a:gridCol w="227630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Came back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30352" y="3553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Customers do return, and their second orders are the ones most often cancelled or sent back: frequency is a live branch that leaks.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4" name="Oval 1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6" name="Oval 1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8" name="Oval 1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0" name="Oval 1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D37  ·  42 /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"The division was fine; the denominator was a guess.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the acquisition payback is priced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amount drawn as a dot, on a scale where each step is ten times the last.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median, Rs 2,205, is the typical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2,060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MEDIAN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barely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priced on Rs 2,205 needs about eight times as many orders as one priced on the mean.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53 /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